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14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23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42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15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8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7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35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11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984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30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30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424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274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32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308D63A0-84D1-40FC-AC89-13FA2C5D4F4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54E03D6-A34E-47E2-809D-34BBD3F23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343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B2B0-1C51-8EA4-0601-36615701F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307731"/>
            <a:ext cx="10572000" cy="4973116"/>
          </a:xfrm>
        </p:spPr>
        <p:txBody>
          <a:bodyPr/>
          <a:lstStyle/>
          <a:p>
            <a:r>
              <a:rPr lang="en-US" sz="6000" dirty="0" err="1"/>
              <a:t>NeuroFleetX</a:t>
            </a:r>
            <a:r>
              <a:rPr lang="en-US" sz="6000" dirty="0"/>
              <a:t> </a:t>
            </a:r>
            <a:br>
              <a:rPr lang="en-US" dirty="0"/>
            </a:br>
            <a:r>
              <a:rPr lang="en-US" dirty="0"/>
              <a:t>AI-Powered Urban Fleet &amp; Traffic Intelligence System for Buses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B7F8D-0BC0-E32E-ADC7-441A50A96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5711670"/>
            <a:ext cx="10572000" cy="434974"/>
          </a:xfrm>
        </p:spPr>
        <p:txBody>
          <a:bodyPr/>
          <a:lstStyle/>
          <a:p>
            <a:r>
              <a:rPr lang="en-IN" b="1" dirty="0"/>
              <a:t>Presented By : Prashant H. Khandekar</a:t>
            </a:r>
          </a:p>
        </p:txBody>
      </p:sp>
    </p:spTree>
    <p:extLst>
      <p:ext uri="{BB962C8B-B14F-4D97-AF65-F5344CB8AC3E}">
        <p14:creationId xmlns:p14="http://schemas.microsoft.com/office/powerpoint/2010/main" val="238810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0865-53D8-E6A5-83D3-28BD8D47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7CBF4-BC9E-4C08-0FC0-B3451194B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609149"/>
            <a:ext cx="10554574" cy="36365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1900" b="1" dirty="0"/>
          </a:p>
          <a:p>
            <a:r>
              <a:rPr lang="en-US" sz="1900" b="1" dirty="0"/>
              <a:t>Inefficient bus tracking and no real-time visibility</a:t>
            </a:r>
          </a:p>
          <a:p>
            <a:endParaRPr lang="en-US" sz="1900" b="1" dirty="0"/>
          </a:p>
          <a:p>
            <a:r>
              <a:rPr lang="en-US" sz="1900" b="1" dirty="0"/>
              <a:t>Passengers face uncertainty in arrival times</a:t>
            </a:r>
          </a:p>
          <a:p>
            <a:endParaRPr lang="en-US" sz="1900" b="1" dirty="0"/>
          </a:p>
          <a:p>
            <a:r>
              <a:rPr lang="en-US" sz="1900" b="1" dirty="0"/>
              <a:t>Manual ticketing → delays &amp; seat mismanagement</a:t>
            </a:r>
          </a:p>
          <a:p>
            <a:endParaRPr lang="en-US" sz="1900" b="1" dirty="0"/>
          </a:p>
          <a:p>
            <a:r>
              <a:rPr lang="en-US" sz="1900" b="1" dirty="0"/>
              <a:t>Lack of live traffic insights for bus operators</a:t>
            </a:r>
          </a:p>
          <a:p>
            <a:endParaRPr lang="en-US" sz="1900" b="1" dirty="0"/>
          </a:p>
          <a:p>
            <a:r>
              <a:rPr lang="en-US" sz="1900" b="1" dirty="0"/>
              <a:t>No unified digital system for operators, drivers, and passengers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7912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C408-D771-8E20-6FCB-27B563C4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E1185B-EAD0-042D-266D-7C735CA313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8447406"/>
              </p:ext>
            </p:extLst>
          </p:nvPr>
        </p:nvGraphicFramePr>
        <p:xfrm>
          <a:off x="819150" y="2578146"/>
          <a:ext cx="10553700" cy="3832667"/>
        </p:xfrm>
        <a:graphic>
          <a:graphicData uri="http://schemas.openxmlformats.org/drawingml/2006/table">
            <a:tbl>
              <a:tblPr/>
              <a:tblGrid>
                <a:gridCol w="930519">
                  <a:extLst>
                    <a:ext uri="{9D8B030D-6E8A-4147-A177-3AD203B41FA5}">
                      <a16:colId xmlns:a16="http://schemas.microsoft.com/office/drawing/2014/main" val="3373754575"/>
                    </a:ext>
                  </a:extLst>
                </a:gridCol>
                <a:gridCol w="5073162">
                  <a:extLst>
                    <a:ext uri="{9D8B030D-6E8A-4147-A177-3AD203B41FA5}">
                      <a16:colId xmlns:a16="http://schemas.microsoft.com/office/drawing/2014/main" val="1954652007"/>
                    </a:ext>
                  </a:extLst>
                </a:gridCol>
                <a:gridCol w="4550019">
                  <a:extLst>
                    <a:ext uri="{9D8B030D-6E8A-4147-A177-3AD203B41FA5}">
                      <a16:colId xmlns:a16="http://schemas.microsoft.com/office/drawing/2014/main" val="4153766962"/>
                    </a:ext>
                  </a:extLst>
                </a:gridCol>
              </a:tblGrid>
              <a:tr h="479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Sr. No.</a:t>
                      </a:r>
                      <a:endParaRPr lang="en-IN" sz="1800"/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Feature</a:t>
                      </a:r>
                      <a:endParaRPr lang="en-IN" sz="1800" dirty="0"/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What It Does (Short)</a:t>
                      </a:r>
                      <a:endParaRPr lang="en-IN" sz="1800"/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522478"/>
                  </a:ext>
                </a:extLst>
              </a:tr>
              <a:tr h="8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   1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Live Bus Tracking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Shows real-time bus location on map with status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1419"/>
                  </a:ext>
                </a:extLst>
              </a:tr>
              <a:tr h="8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   2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Route &amp; Stop Mapping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Displays all bus stops, route path, and next stop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112486"/>
                  </a:ext>
                </a:extLst>
              </a:tr>
              <a:tr h="8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   3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Seat Availability Tracking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Shows total, booked, and available seats in real time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475452"/>
                  </a:ext>
                </a:extLst>
              </a:tr>
              <a:tr h="8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   4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Online Ticket Booking (QR-based)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Allows users to book tickets and get QR e-tickets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49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9079-434A-0F04-A1F8-75EFC4F2A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CD926E-FC53-E3E8-2538-CC649ACA6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507986"/>
              </p:ext>
            </p:extLst>
          </p:nvPr>
        </p:nvGraphicFramePr>
        <p:xfrm>
          <a:off x="819150" y="2578146"/>
          <a:ext cx="10553700" cy="3832667"/>
        </p:xfrm>
        <a:graphic>
          <a:graphicData uri="http://schemas.openxmlformats.org/drawingml/2006/table">
            <a:tbl>
              <a:tblPr/>
              <a:tblGrid>
                <a:gridCol w="912935">
                  <a:extLst>
                    <a:ext uri="{9D8B030D-6E8A-4147-A177-3AD203B41FA5}">
                      <a16:colId xmlns:a16="http://schemas.microsoft.com/office/drawing/2014/main" val="1352623785"/>
                    </a:ext>
                  </a:extLst>
                </a:gridCol>
                <a:gridCol w="4747846">
                  <a:extLst>
                    <a:ext uri="{9D8B030D-6E8A-4147-A177-3AD203B41FA5}">
                      <a16:colId xmlns:a16="http://schemas.microsoft.com/office/drawing/2014/main" val="1442818274"/>
                    </a:ext>
                  </a:extLst>
                </a:gridCol>
                <a:gridCol w="4892919">
                  <a:extLst>
                    <a:ext uri="{9D8B030D-6E8A-4147-A177-3AD203B41FA5}">
                      <a16:colId xmlns:a16="http://schemas.microsoft.com/office/drawing/2014/main" val="2556362849"/>
                    </a:ext>
                  </a:extLst>
                </a:gridCol>
              </a:tblGrid>
              <a:tr h="479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Sr. No.</a:t>
                      </a:r>
                      <a:endParaRPr lang="en-IN" sz="1800"/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Feature</a:t>
                      </a:r>
                      <a:endParaRPr lang="en-IN" sz="1800"/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What It Does (Short)</a:t>
                      </a:r>
                      <a:endParaRPr lang="en-IN" sz="1800"/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140400"/>
                  </a:ext>
                </a:extLst>
              </a:tr>
              <a:tr h="8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   5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AI-Based Route Optimization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Suggests fastest and least congested route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649693"/>
                  </a:ext>
                </a:extLst>
              </a:tr>
              <a:tr h="8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   6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ETA Prediction System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Predicts bus arrival time at each stop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97476"/>
                  </a:ext>
                </a:extLst>
              </a:tr>
              <a:tr h="8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   7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Passenger Demand Forecasting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Predicts peak hours and high-demand routes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17272"/>
                  </a:ext>
                </a:extLst>
              </a:tr>
              <a:tr h="8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   8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Security &amp; Role-Based Access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Provides safe login for admin, operators, users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7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17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70D8-9315-161C-1156-8DFD4173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9C9BFAD-EBDF-7E7B-3E00-4A39C88FAA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1901" y="3145715"/>
            <a:ext cx="1048819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React.js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→           UI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TailwindCSS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→           Fast styling, responsive layout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Mapbox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 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→            Live tracking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WebSockets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→            Real-time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Zustand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          Global state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788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306D1-6070-B88D-A514-001DC4C9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C6283A-3A44-4709-186A-BC7A297A2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1901" y="3308412"/>
            <a:ext cx="1048819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Axios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    →         API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react-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-code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→        QR ticket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JWT Auth +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→         Secure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       →         Fast development &amp; optimized builds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18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3ED58-18F7-22AC-B25E-55276EA2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BB9BE0-0486-65FB-8431-202FB62133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0000" y="3429000"/>
            <a:ext cx="88910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NeuroFleetX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brings smart mobility to public transport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Enhances real-time visibility, passenger convenience, and operator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Combines AI + Live Tracking + Digital Ticketing into </a:t>
            </a:r>
            <a:r>
              <a:rPr lang="en-US" altLang="en-US" b="1" dirty="0"/>
              <a:t>one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Helps build a safer, faster, and data-driven urban bus ecosystem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224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37</TotalTime>
  <Words>308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2</vt:lpstr>
      <vt:lpstr>Quotable</vt:lpstr>
      <vt:lpstr>NeuroFleetX  AI-Powered Urban Fleet &amp; Traffic Intelligence System for Buses </vt:lpstr>
      <vt:lpstr>Problem Statement</vt:lpstr>
      <vt:lpstr>System Features</vt:lpstr>
      <vt:lpstr>System Features</vt:lpstr>
      <vt:lpstr>Tech Stack</vt:lpstr>
      <vt:lpstr>Tech Stack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Khandekar</dc:creator>
  <cp:lastModifiedBy>Ashwini Khandekar</cp:lastModifiedBy>
  <cp:revision>7</cp:revision>
  <dcterms:created xsi:type="dcterms:W3CDTF">2025-12-01T08:23:55Z</dcterms:created>
  <dcterms:modified xsi:type="dcterms:W3CDTF">2025-12-01T09:01:16Z</dcterms:modified>
</cp:coreProperties>
</file>