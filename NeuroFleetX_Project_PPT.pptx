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2BDC08-088B-40E7-945B-5B48E09CF813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8F6D78E-77AC-42CE-B492-52296D5CCF39}">
      <dgm:prSet/>
      <dgm:spPr/>
      <dgm:t>
        <a:bodyPr/>
        <a:lstStyle/>
        <a:p>
          <a:r>
            <a:rPr lang="en-US"/>
            <a:t>Providing</a:t>
          </a:r>
        </a:p>
      </dgm:t>
    </dgm:pt>
    <dgm:pt modelId="{0DC37913-9ADF-4537-8E1F-582B5AA8501C}" type="parTrans" cxnId="{7DF9C801-F899-45D4-9714-B232D00ADCF3}">
      <dgm:prSet/>
      <dgm:spPr/>
      <dgm:t>
        <a:bodyPr/>
        <a:lstStyle/>
        <a:p>
          <a:endParaRPr lang="en-US"/>
        </a:p>
      </dgm:t>
    </dgm:pt>
    <dgm:pt modelId="{07354742-039D-47D7-B484-6373ACDBBBC4}" type="sibTrans" cxnId="{7DF9C801-F899-45D4-9714-B232D00ADCF3}">
      <dgm:prSet/>
      <dgm:spPr/>
      <dgm:t>
        <a:bodyPr/>
        <a:lstStyle/>
        <a:p>
          <a:endParaRPr lang="en-US"/>
        </a:p>
      </dgm:t>
    </dgm:pt>
    <dgm:pt modelId="{25A307EB-EF1D-40CB-BF82-0A69B7C963B6}">
      <dgm:prSet/>
      <dgm:spPr/>
      <dgm:t>
        <a:bodyPr/>
        <a:lstStyle/>
        <a:p>
          <a:r>
            <a:rPr lang="en-US"/>
            <a:t>Providing real-time visibility</a:t>
          </a:r>
        </a:p>
      </dgm:t>
    </dgm:pt>
    <dgm:pt modelId="{9FEC66F9-6973-4092-8472-8F8A012FCE70}" type="parTrans" cxnId="{2BD0D0BB-89E8-46F7-9B9E-2207173030C3}">
      <dgm:prSet/>
      <dgm:spPr/>
      <dgm:t>
        <a:bodyPr/>
        <a:lstStyle/>
        <a:p>
          <a:endParaRPr lang="en-US"/>
        </a:p>
      </dgm:t>
    </dgm:pt>
    <dgm:pt modelId="{3879E48F-299A-443F-9DD5-136496F7F6EB}" type="sibTrans" cxnId="{2BD0D0BB-89E8-46F7-9B9E-2207173030C3}">
      <dgm:prSet/>
      <dgm:spPr/>
      <dgm:t>
        <a:bodyPr/>
        <a:lstStyle/>
        <a:p>
          <a:endParaRPr lang="en-US"/>
        </a:p>
      </dgm:t>
    </dgm:pt>
    <dgm:pt modelId="{2EE1D27B-CE04-4B6D-834C-6757231BBD21}">
      <dgm:prSet/>
      <dgm:spPr/>
      <dgm:t>
        <a:bodyPr/>
        <a:lstStyle/>
        <a:p>
          <a:r>
            <a:rPr lang="en-US"/>
            <a:t>Using</a:t>
          </a:r>
        </a:p>
      </dgm:t>
    </dgm:pt>
    <dgm:pt modelId="{E2A77861-2E40-45B6-8A17-BADAE5C6C489}" type="parTrans" cxnId="{3F8C611B-9EBC-4E22-B8F4-CC652BEE2843}">
      <dgm:prSet/>
      <dgm:spPr/>
      <dgm:t>
        <a:bodyPr/>
        <a:lstStyle/>
        <a:p>
          <a:endParaRPr lang="en-US"/>
        </a:p>
      </dgm:t>
    </dgm:pt>
    <dgm:pt modelId="{30AD22E2-3AEA-498A-B544-C82106633A14}" type="sibTrans" cxnId="{3F8C611B-9EBC-4E22-B8F4-CC652BEE2843}">
      <dgm:prSet/>
      <dgm:spPr/>
      <dgm:t>
        <a:bodyPr/>
        <a:lstStyle/>
        <a:p>
          <a:endParaRPr lang="en-US"/>
        </a:p>
      </dgm:t>
    </dgm:pt>
    <dgm:pt modelId="{61C306A3-41D0-4F75-9339-F4C43DDD548C}">
      <dgm:prSet/>
      <dgm:spPr/>
      <dgm:t>
        <a:bodyPr/>
        <a:lstStyle/>
        <a:p>
          <a:r>
            <a:rPr lang="en-US"/>
            <a:t>Using AI for traffic &amp; route optimization</a:t>
          </a:r>
        </a:p>
      </dgm:t>
    </dgm:pt>
    <dgm:pt modelId="{5F852DDE-20DE-4834-A2A4-DB4556D4D361}" type="parTrans" cxnId="{DBB2DAD3-B219-4EA9-84F6-0DE90AB6F854}">
      <dgm:prSet/>
      <dgm:spPr/>
      <dgm:t>
        <a:bodyPr/>
        <a:lstStyle/>
        <a:p>
          <a:endParaRPr lang="en-US"/>
        </a:p>
      </dgm:t>
    </dgm:pt>
    <dgm:pt modelId="{16CF4598-E70C-4338-9535-C1EF0A54FB17}" type="sibTrans" cxnId="{DBB2DAD3-B219-4EA9-84F6-0DE90AB6F854}">
      <dgm:prSet/>
      <dgm:spPr/>
      <dgm:t>
        <a:bodyPr/>
        <a:lstStyle/>
        <a:p>
          <a:endParaRPr lang="en-US"/>
        </a:p>
      </dgm:t>
    </dgm:pt>
    <dgm:pt modelId="{399767F7-C244-4061-BF8E-62AEDAD7AEE0}">
      <dgm:prSet/>
      <dgm:spPr/>
      <dgm:t>
        <a:bodyPr/>
        <a:lstStyle/>
        <a:p>
          <a:r>
            <a:rPr lang="en-US"/>
            <a:t>Modernizing</a:t>
          </a:r>
        </a:p>
      </dgm:t>
    </dgm:pt>
    <dgm:pt modelId="{9FC833DF-0CF0-436E-97C6-D8F195865352}" type="parTrans" cxnId="{1C9A15D4-CBB6-4186-88B2-7BFD8EB42C4C}">
      <dgm:prSet/>
      <dgm:spPr/>
      <dgm:t>
        <a:bodyPr/>
        <a:lstStyle/>
        <a:p>
          <a:endParaRPr lang="en-US"/>
        </a:p>
      </dgm:t>
    </dgm:pt>
    <dgm:pt modelId="{E2DAD444-AA40-45CD-AEF4-DCBEFF27C706}" type="sibTrans" cxnId="{1C9A15D4-CBB6-4186-88B2-7BFD8EB42C4C}">
      <dgm:prSet/>
      <dgm:spPr/>
      <dgm:t>
        <a:bodyPr/>
        <a:lstStyle/>
        <a:p>
          <a:endParaRPr lang="en-US"/>
        </a:p>
      </dgm:t>
    </dgm:pt>
    <dgm:pt modelId="{165865B9-9900-422B-B241-2F540A793272}">
      <dgm:prSet/>
      <dgm:spPr/>
      <dgm:t>
        <a:bodyPr/>
        <a:lstStyle/>
        <a:p>
          <a:r>
            <a:rPr lang="en-US"/>
            <a:t>Modernizing ticketing with QR</a:t>
          </a:r>
        </a:p>
      </dgm:t>
    </dgm:pt>
    <dgm:pt modelId="{274D1F17-1028-4F20-9959-E854A5D21C05}" type="parTrans" cxnId="{55DD6B82-1BA1-4077-8B3B-F37F8A7C1BC9}">
      <dgm:prSet/>
      <dgm:spPr/>
      <dgm:t>
        <a:bodyPr/>
        <a:lstStyle/>
        <a:p>
          <a:endParaRPr lang="en-US"/>
        </a:p>
      </dgm:t>
    </dgm:pt>
    <dgm:pt modelId="{62292A83-2B74-4BDA-A3C3-0A0B78A8722A}" type="sibTrans" cxnId="{55DD6B82-1BA1-4077-8B3B-F37F8A7C1BC9}">
      <dgm:prSet/>
      <dgm:spPr/>
      <dgm:t>
        <a:bodyPr/>
        <a:lstStyle/>
        <a:p>
          <a:endParaRPr lang="en-US"/>
        </a:p>
      </dgm:t>
    </dgm:pt>
    <dgm:pt modelId="{A786D0B9-DA73-4CA1-B509-151F9F54F30A}">
      <dgm:prSet/>
      <dgm:spPr/>
      <dgm:t>
        <a:bodyPr/>
        <a:lstStyle/>
        <a:p>
          <a:r>
            <a:rPr lang="en-US"/>
            <a:t>Predicting</a:t>
          </a:r>
        </a:p>
      </dgm:t>
    </dgm:pt>
    <dgm:pt modelId="{191F9F5D-69DB-4BDD-B8F2-1409E415FEC7}" type="parTrans" cxnId="{B92F4219-B36C-4EAD-8FB8-C6A8A60C2FBF}">
      <dgm:prSet/>
      <dgm:spPr/>
      <dgm:t>
        <a:bodyPr/>
        <a:lstStyle/>
        <a:p>
          <a:endParaRPr lang="en-US"/>
        </a:p>
      </dgm:t>
    </dgm:pt>
    <dgm:pt modelId="{92A0C993-A2F2-4CF6-86F6-3A7DDEEBBB6C}" type="sibTrans" cxnId="{B92F4219-B36C-4EAD-8FB8-C6A8A60C2FBF}">
      <dgm:prSet/>
      <dgm:spPr/>
      <dgm:t>
        <a:bodyPr/>
        <a:lstStyle/>
        <a:p>
          <a:endParaRPr lang="en-US"/>
        </a:p>
      </dgm:t>
    </dgm:pt>
    <dgm:pt modelId="{65149DE0-35AD-4C05-BEB3-E2C77BB9E22B}">
      <dgm:prSet/>
      <dgm:spPr/>
      <dgm:t>
        <a:bodyPr/>
        <a:lstStyle/>
        <a:p>
          <a:r>
            <a:rPr lang="en-US"/>
            <a:t>Predicting demand to deploy buses efficiently</a:t>
          </a:r>
        </a:p>
      </dgm:t>
    </dgm:pt>
    <dgm:pt modelId="{8B9D1595-2232-4101-8BE1-74303FE63480}" type="parTrans" cxnId="{F8BE1AB5-B01D-4C96-AC3F-5217F7389FF2}">
      <dgm:prSet/>
      <dgm:spPr/>
      <dgm:t>
        <a:bodyPr/>
        <a:lstStyle/>
        <a:p>
          <a:endParaRPr lang="en-US"/>
        </a:p>
      </dgm:t>
    </dgm:pt>
    <dgm:pt modelId="{E527FC11-B239-4E4D-9017-F24DC2ABD914}" type="sibTrans" cxnId="{F8BE1AB5-B01D-4C96-AC3F-5217F7389FF2}">
      <dgm:prSet/>
      <dgm:spPr/>
      <dgm:t>
        <a:bodyPr/>
        <a:lstStyle/>
        <a:p>
          <a:endParaRPr lang="en-US"/>
        </a:p>
      </dgm:t>
    </dgm:pt>
    <dgm:pt modelId="{894B132B-001D-494E-9AE3-304E3F60210A}">
      <dgm:prSet/>
      <dgm:spPr/>
      <dgm:t>
        <a:bodyPr/>
        <a:lstStyle/>
        <a:p>
          <a:r>
            <a:rPr lang="en-US"/>
            <a:t>Increasing</a:t>
          </a:r>
        </a:p>
      </dgm:t>
    </dgm:pt>
    <dgm:pt modelId="{36AF81F6-A8BB-4E31-944E-EBD67EDF0628}" type="parTrans" cxnId="{A96A7B9A-7AF4-4AFC-B56F-56CB8A356F81}">
      <dgm:prSet/>
      <dgm:spPr/>
      <dgm:t>
        <a:bodyPr/>
        <a:lstStyle/>
        <a:p>
          <a:endParaRPr lang="en-US"/>
        </a:p>
      </dgm:t>
    </dgm:pt>
    <dgm:pt modelId="{0E473616-7094-4CFF-955D-C9104BD91080}" type="sibTrans" cxnId="{A96A7B9A-7AF4-4AFC-B56F-56CB8A356F81}">
      <dgm:prSet/>
      <dgm:spPr/>
      <dgm:t>
        <a:bodyPr/>
        <a:lstStyle/>
        <a:p>
          <a:endParaRPr lang="en-US"/>
        </a:p>
      </dgm:t>
    </dgm:pt>
    <dgm:pt modelId="{17E2E519-2E13-48B7-BC73-A2D56AD1F414}">
      <dgm:prSet/>
      <dgm:spPr/>
      <dgm:t>
        <a:bodyPr/>
        <a:lstStyle/>
        <a:p>
          <a:r>
            <a:rPr lang="en-US"/>
            <a:t>Increasing passenger comfort &amp; safety</a:t>
          </a:r>
        </a:p>
      </dgm:t>
    </dgm:pt>
    <dgm:pt modelId="{DBB0D3C0-B893-43E2-B136-451F0B73C86D}" type="parTrans" cxnId="{9C1DCF38-26A1-43E1-B7B6-7DC89823E676}">
      <dgm:prSet/>
      <dgm:spPr/>
      <dgm:t>
        <a:bodyPr/>
        <a:lstStyle/>
        <a:p>
          <a:endParaRPr lang="en-US"/>
        </a:p>
      </dgm:t>
    </dgm:pt>
    <dgm:pt modelId="{F1635E58-5A8F-489F-A448-3DB2F4949C34}" type="sibTrans" cxnId="{9C1DCF38-26A1-43E1-B7B6-7DC89823E676}">
      <dgm:prSet/>
      <dgm:spPr/>
      <dgm:t>
        <a:bodyPr/>
        <a:lstStyle/>
        <a:p>
          <a:endParaRPr lang="en-US"/>
        </a:p>
      </dgm:t>
    </dgm:pt>
    <dgm:pt modelId="{ECE0952B-B28F-4186-A180-A80C6BA09D50}">
      <dgm:prSet/>
      <dgm:spPr/>
      <dgm:t>
        <a:bodyPr/>
        <a:lstStyle/>
        <a:p>
          <a:r>
            <a:rPr lang="en-US"/>
            <a:t>Offering</a:t>
          </a:r>
        </a:p>
      </dgm:t>
    </dgm:pt>
    <dgm:pt modelId="{609FDD2C-7732-4CD0-9BA5-FD16ABABB6D0}" type="parTrans" cxnId="{1EC8B4C4-DA44-4F5E-B63A-6410DC1BA4E8}">
      <dgm:prSet/>
      <dgm:spPr/>
      <dgm:t>
        <a:bodyPr/>
        <a:lstStyle/>
        <a:p>
          <a:endParaRPr lang="en-US"/>
        </a:p>
      </dgm:t>
    </dgm:pt>
    <dgm:pt modelId="{6CC6DEC6-E302-4E54-AFDD-E9223889073A}" type="sibTrans" cxnId="{1EC8B4C4-DA44-4F5E-B63A-6410DC1BA4E8}">
      <dgm:prSet/>
      <dgm:spPr/>
      <dgm:t>
        <a:bodyPr/>
        <a:lstStyle/>
        <a:p>
          <a:endParaRPr lang="en-US"/>
        </a:p>
      </dgm:t>
    </dgm:pt>
    <dgm:pt modelId="{B7126B1A-40E7-4C09-9F0F-592A1F7BEC46}">
      <dgm:prSet/>
      <dgm:spPr/>
      <dgm:t>
        <a:bodyPr/>
        <a:lstStyle/>
        <a:p>
          <a:r>
            <a:rPr lang="en-US"/>
            <a:t>Offering smart dashboards for decision-makers</a:t>
          </a:r>
        </a:p>
      </dgm:t>
    </dgm:pt>
    <dgm:pt modelId="{8487A7D7-41B9-402F-A7E7-1BDF1E3790FA}" type="parTrans" cxnId="{171AF0C1-60E8-4AB9-99F4-4C6E532613E0}">
      <dgm:prSet/>
      <dgm:spPr/>
      <dgm:t>
        <a:bodyPr/>
        <a:lstStyle/>
        <a:p>
          <a:endParaRPr lang="en-US"/>
        </a:p>
      </dgm:t>
    </dgm:pt>
    <dgm:pt modelId="{750FBA66-F42A-4233-BA30-FFE055B7D24D}" type="sibTrans" cxnId="{171AF0C1-60E8-4AB9-99F4-4C6E532613E0}">
      <dgm:prSet/>
      <dgm:spPr/>
      <dgm:t>
        <a:bodyPr/>
        <a:lstStyle/>
        <a:p>
          <a:endParaRPr lang="en-US"/>
        </a:p>
      </dgm:t>
    </dgm:pt>
    <dgm:pt modelId="{318D34E0-08A0-41E4-8F8F-B5F2DF8CA303}">
      <dgm:prSet/>
      <dgm:spPr/>
      <dgm:t>
        <a:bodyPr/>
        <a:lstStyle/>
        <a:p>
          <a:r>
            <a:rPr lang="en-US"/>
            <a:t>Ensuring</a:t>
          </a:r>
        </a:p>
      </dgm:t>
    </dgm:pt>
    <dgm:pt modelId="{1BCFC9D8-4A47-46D3-A86E-292A9897629B}" type="parTrans" cxnId="{EF75116A-CA1D-4339-A9C1-EE931AD82D2A}">
      <dgm:prSet/>
      <dgm:spPr/>
      <dgm:t>
        <a:bodyPr/>
        <a:lstStyle/>
        <a:p>
          <a:endParaRPr lang="en-US"/>
        </a:p>
      </dgm:t>
    </dgm:pt>
    <dgm:pt modelId="{07A92A9A-61F5-41B4-AF3B-6E56EA420F2E}" type="sibTrans" cxnId="{EF75116A-CA1D-4339-A9C1-EE931AD82D2A}">
      <dgm:prSet/>
      <dgm:spPr/>
      <dgm:t>
        <a:bodyPr/>
        <a:lstStyle/>
        <a:p>
          <a:endParaRPr lang="en-US"/>
        </a:p>
      </dgm:t>
    </dgm:pt>
    <dgm:pt modelId="{14850AA3-39E1-4EC6-AF61-86BB22521914}">
      <dgm:prSet/>
      <dgm:spPr/>
      <dgm:t>
        <a:bodyPr/>
        <a:lstStyle/>
        <a:p>
          <a:r>
            <a:rPr lang="en-US"/>
            <a:t>Ensuring secure access and fast emergency response</a:t>
          </a:r>
        </a:p>
      </dgm:t>
    </dgm:pt>
    <dgm:pt modelId="{7074D98A-E885-45C4-A15A-39DB5EC38239}" type="parTrans" cxnId="{82F6A496-09C7-41FB-AFF3-3FCC03A4F1BA}">
      <dgm:prSet/>
      <dgm:spPr/>
      <dgm:t>
        <a:bodyPr/>
        <a:lstStyle/>
        <a:p>
          <a:endParaRPr lang="en-US"/>
        </a:p>
      </dgm:t>
    </dgm:pt>
    <dgm:pt modelId="{E760EDAE-F907-4F17-9FAE-B359FADE5F02}" type="sibTrans" cxnId="{82F6A496-09C7-41FB-AFF3-3FCC03A4F1BA}">
      <dgm:prSet/>
      <dgm:spPr/>
      <dgm:t>
        <a:bodyPr/>
        <a:lstStyle/>
        <a:p>
          <a:endParaRPr lang="en-US"/>
        </a:p>
      </dgm:t>
    </dgm:pt>
    <dgm:pt modelId="{B684E253-6967-4E7D-8C77-EB8DB83D183E}" type="pres">
      <dgm:prSet presAssocID="{F32BDC08-088B-40E7-945B-5B48E09CF813}" presName="Name0" presStyleCnt="0">
        <dgm:presLayoutVars>
          <dgm:dir/>
          <dgm:animLvl val="lvl"/>
          <dgm:resizeHandles val="exact"/>
        </dgm:presLayoutVars>
      </dgm:prSet>
      <dgm:spPr/>
    </dgm:pt>
    <dgm:pt modelId="{EC87596B-E20D-4E06-941A-E5A2643A878E}" type="pres">
      <dgm:prSet presAssocID="{F8F6D78E-77AC-42CE-B492-52296D5CCF39}" presName="linNode" presStyleCnt="0"/>
      <dgm:spPr/>
    </dgm:pt>
    <dgm:pt modelId="{A6304D16-FEB6-42D9-85BC-59C2FD670450}" type="pres">
      <dgm:prSet presAssocID="{F8F6D78E-77AC-42CE-B492-52296D5CCF39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B98E6F1A-50C0-4EE4-AE49-52A203E6071A}" type="pres">
      <dgm:prSet presAssocID="{F8F6D78E-77AC-42CE-B492-52296D5CCF39}" presName="descendantText" presStyleLbl="alignAccFollowNode1" presStyleIdx="0" presStyleCnt="7">
        <dgm:presLayoutVars>
          <dgm:bulletEnabled val="1"/>
        </dgm:presLayoutVars>
      </dgm:prSet>
      <dgm:spPr/>
    </dgm:pt>
    <dgm:pt modelId="{48D24804-E96F-4112-8F56-532CB66D1961}" type="pres">
      <dgm:prSet presAssocID="{07354742-039D-47D7-B484-6373ACDBBBC4}" presName="sp" presStyleCnt="0"/>
      <dgm:spPr/>
    </dgm:pt>
    <dgm:pt modelId="{E29A5BD9-F4A6-4C75-ABC1-B8EED4FA4F26}" type="pres">
      <dgm:prSet presAssocID="{2EE1D27B-CE04-4B6D-834C-6757231BBD21}" presName="linNode" presStyleCnt="0"/>
      <dgm:spPr/>
    </dgm:pt>
    <dgm:pt modelId="{6D14BFA5-11FE-4817-85B5-AED452C69B05}" type="pres">
      <dgm:prSet presAssocID="{2EE1D27B-CE04-4B6D-834C-6757231BBD21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AFD48461-F00A-4DD1-B129-2CA8173E0A74}" type="pres">
      <dgm:prSet presAssocID="{2EE1D27B-CE04-4B6D-834C-6757231BBD21}" presName="descendantText" presStyleLbl="alignAccFollowNode1" presStyleIdx="1" presStyleCnt="7">
        <dgm:presLayoutVars>
          <dgm:bulletEnabled val="1"/>
        </dgm:presLayoutVars>
      </dgm:prSet>
      <dgm:spPr/>
    </dgm:pt>
    <dgm:pt modelId="{373A98D4-FE83-4C48-BEC7-55BC694C42B1}" type="pres">
      <dgm:prSet presAssocID="{30AD22E2-3AEA-498A-B544-C82106633A14}" presName="sp" presStyleCnt="0"/>
      <dgm:spPr/>
    </dgm:pt>
    <dgm:pt modelId="{EBF26290-052D-4AA6-878E-46C3A50C3E1A}" type="pres">
      <dgm:prSet presAssocID="{399767F7-C244-4061-BF8E-62AEDAD7AEE0}" presName="linNode" presStyleCnt="0"/>
      <dgm:spPr/>
    </dgm:pt>
    <dgm:pt modelId="{9493C0B1-1390-443E-987E-A53B44FE3DFD}" type="pres">
      <dgm:prSet presAssocID="{399767F7-C244-4061-BF8E-62AEDAD7AEE0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EB372AE8-8C54-4916-A765-23F13818B7DB}" type="pres">
      <dgm:prSet presAssocID="{399767F7-C244-4061-BF8E-62AEDAD7AEE0}" presName="descendantText" presStyleLbl="alignAccFollowNode1" presStyleIdx="2" presStyleCnt="7">
        <dgm:presLayoutVars>
          <dgm:bulletEnabled val="1"/>
        </dgm:presLayoutVars>
      </dgm:prSet>
      <dgm:spPr/>
    </dgm:pt>
    <dgm:pt modelId="{5497DCA6-2F83-4B7F-A008-6B6D594DD14F}" type="pres">
      <dgm:prSet presAssocID="{E2DAD444-AA40-45CD-AEF4-DCBEFF27C706}" presName="sp" presStyleCnt="0"/>
      <dgm:spPr/>
    </dgm:pt>
    <dgm:pt modelId="{F7ED9549-A011-44E1-8A14-99AC03AD1FE3}" type="pres">
      <dgm:prSet presAssocID="{A786D0B9-DA73-4CA1-B509-151F9F54F30A}" presName="linNode" presStyleCnt="0"/>
      <dgm:spPr/>
    </dgm:pt>
    <dgm:pt modelId="{29C7423C-61E2-4473-A576-BC712AFEAC99}" type="pres">
      <dgm:prSet presAssocID="{A786D0B9-DA73-4CA1-B509-151F9F54F30A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C1A2C5EF-2F54-455B-B0C8-E1121A98B7BB}" type="pres">
      <dgm:prSet presAssocID="{A786D0B9-DA73-4CA1-B509-151F9F54F30A}" presName="descendantText" presStyleLbl="alignAccFollowNode1" presStyleIdx="3" presStyleCnt="7">
        <dgm:presLayoutVars>
          <dgm:bulletEnabled val="1"/>
        </dgm:presLayoutVars>
      </dgm:prSet>
      <dgm:spPr/>
    </dgm:pt>
    <dgm:pt modelId="{F87668E7-7753-4383-93A5-C9715F14BB54}" type="pres">
      <dgm:prSet presAssocID="{92A0C993-A2F2-4CF6-86F6-3A7DDEEBBB6C}" presName="sp" presStyleCnt="0"/>
      <dgm:spPr/>
    </dgm:pt>
    <dgm:pt modelId="{F538F449-ACE4-480A-83EC-111FA6914218}" type="pres">
      <dgm:prSet presAssocID="{894B132B-001D-494E-9AE3-304E3F60210A}" presName="linNode" presStyleCnt="0"/>
      <dgm:spPr/>
    </dgm:pt>
    <dgm:pt modelId="{1895AF69-C37F-4879-B7EA-E86E6D562DD5}" type="pres">
      <dgm:prSet presAssocID="{894B132B-001D-494E-9AE3-304E3F60210A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7BF95534-2F24-4C91-8FAD-B13B4C18B0A1}" type="pres">
      <dgm:prSet presAssocID="{894B132B-001D-494E-9AE3-304E3F60210A}" presName="descendantText" presStyleLbl="alignAccFollowNode1" presStyleIdx="4" presStyleCnt="7">
        <dgm:presLayoutVars>
          <dgm:bulletEnabled val="1"/>
        </dgm:presLayoutVars>
      </dgm:prSet>
      <dgm:spPr/>
    </dgm:pt>
    <dgm:pt modelId="{A3ECDE17-B979-4B40-B598-11D4BBAF48D7}" type="pres">
      <dgm:prSet presAssocID="{0E473616-7094-4CFF-955D-C9104BD91080}" presName="sp" presStyleCnt="0"/>
      <dgm:spPr/>
    </dgm:pt>
    <dgm:pt modelId="{1DA1991A-15D2-4CB0-8CC2-5FBB3E6FA449}" type="pres">
      <dgm:prSet presAssocID="{ECE0952B-B28F-4186-A180-A80C6BA09D50}" presName="linNode" presStyleCnt="0"/>
      <dgm:spPr/>
    </dgm:pt>
    <dgm:pt modelId="{BCEB7914-65BB-4F36-8B3D-28F6DD9051DD}" type="pres">
      <dgm:prSet presAssocID="{ECE0952B-B28F-4186-A180-A80C6BA09D50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4EA61168-A378-48C8-8FCA-162F78A76FB2}" type="pres">
      <dgm:prSet presAssocID="{ECE0952B-B28F-4186-A180-A80C6BA09D50}" presName="descendantText" presStyleLbl="alignAccFollowNode1" presStyleIdx="5" presStyleCnt="7">
        <dgm:presLayoutVars>
          <dgm:bulletEnabled val="1"/>
        </dgm:presLayoutVars>
      </dgm:prSet>
      <dgm:spPr/>
    </dgm:pt>
    <dgm:pt modelId="{5B40FA9D-2D83-4BD0-946D-84362C65A902}" type="pres">
      <dgm:prSet presAssocID="{6CC6DEC6-E302-4E54-AFDD-E9223889073A}" presName="sp" presStyleCnt="0"/>
      <dgm:spPr/>
    </dgm:pt>
    <dgm:pt modelId="{9C1E6837-A449-4B6C-B93A-FC252CAE38E2}" type="pres">
      <dgm:prSet presAssocID="{318D34E0-08A0-41E4-8F8F-B5F2DF8CA303}" presName="linNode" presStyleCnt="0"/>
      <dgm:spPr/>
    </dgm:pt>
    <dgm:pt modelId="{5F78B64B-2976-418E-8B86-A12DF5A32726}" type="pres">
      <dgm:prSet presAssocID="{318D34E0-08A0-41E4-8F8F-B5F2DF8CA303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2E17C2AC-396D-42C0-831E-3B562F8A4804}" type="pres">
      <dgm:prSet presAssocID="{318D34E0-08A0-41E4-8F8F-B5F2DF8CA303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7DF9C801-F899-45D4-9714-B232D00ADCF3}" srcId="{F32BDC08-088B-40E7-945B-5B48E09CF813}" destId="{F8F6D78E-77AC-42CE-B492-52296D5CCF39}" srcOrd="0" destOrd="0" parTransId="{0DC37913-9ADF-4537-8E1F-582B5AA8501C}" sibTransId="{07354742-039D-47D7-B484-6373ACDBBBC4}"/>
    <dgm:cxn modelId="{B92F4219-B36C-4EAD-8FB8-C6A8A60C2FBF}" srcId="{F32BDC08-088B-40E7-945B-5B48E09CF813}" destId="{A786D0B9-DA73-4CA1-B509-151F9F54F30A}" srcOrd="3" destOrd="0" parTransId="{191F9F5D-69DB-4BDD-B8F2-1409E415FEC7}" sibTransId="{92A0C993-A2F2-4CF6-86F6-3A7DDEEBBB6C}"/>
    <dgm:cxn modelId="{3F8C611B-9EBC-4E22-B8F4-CC652BEE2843}" srcId="{F32BDC08-088B-40E7-945B-5B48E09CF813}" destId="{2EE1D27B-CE04-4B6D-834C-6757231BBD21}" srcOrd="1" destOrd="0" parTransId="{E2A77861-2E40-45B6-8A17-BADAE5C6C489}" sibTransId="{30AD22E2-3AEA-498A-B544-C82106633A14}"/>
    <dgm:cxn modelId="{63B28A2C-C462-46E1-97B9-235554B6A013}" type="presOf" srcId="{399767F7-C244-4061-BF8E-62AEDAD7AEE0}" destId="{9493C0B1-1390-443E-987E-A53B44FE3DFD}" srcOrd="0" destOrd="0" presId="urn:microsoft.com/office/officeart/2005/8/layout/vList5"/>
    <dgm:cxn modelId="{02EBEE35-BA01-44B1-83FB-1C887F31DAF8}" type="presOf" srcId="{14850AA3-39E1-4EC6-AF61-86BB22521914}" destId="{2E17C2AC-396D-42C0-831E-3B562F8A4804}" srcOrd="0" destOrd="0" presId="urn:microsoft.com/office/officeart/2005/8/layout/vList5"/>
    <dgm:cxn modelId="{9C1DCF38-26A1-43E1-B7B6-7DC89823E676}" srcId="{894B132B-001D-494E-9AE3-304E3F60210A}" destId="{17E2E519-2E13-48B7-BC73-A2D56AD1F414}" srcOrd="0" destOrd="0" parTransId="{DBB0D3C0-B893-43E2-B136-451F0B73C86D}" sibTransId="{F1635E58-5A8F-489F-A448-3DB2F4949C34}"/>
    <dgm:cxn modelId="{3FB22C3B-3C82-401C-BEDA-A12D50B457D2}" type="presOf" srcId="{318D34E0-08A0-41E4-8F8F-B5F2DF8CA303}" destId="{5F78B64B-2976-418E-8B86-A12DF5A32726}" srcOrd="0" destOrd="0" presId="urn:microsoft.com/office/officeart/2005/8/layout/vList5"/>
    <dgm:cxn modelId="{5EE2F061-BE19-40A2-95D8-2462ED075A91}" type="presOf" srcId="{2EE1D27B-CE04-4B6D-834C-6757231BBD21}" destId="{6D14BFA5-11FE-4817-85B5-AED452C69B05}" srcOrd="0" destOrd="0" presId="urn:microsoft.com/office/officeart/2005/8/layout/vList5"/>
    <dgm:cxn modelId="{72611442-9039-40F5-9074-4B33BF3BB48F}" type="presOf" srcId="{61C306A3-41D0-4F75-9339-F4C43DDD548C}" destId="{AFD48461-F00A-4DD1-B129-2CA8173E0A74}" srcOrd="0" destOrd="0" presId="urn:microsoft.com/office/officeart/2005/8/layout/vList5"/>
    <dgm:cxn modelId="{EF75116A-CA1D-4339-A9C1-EE931AD82D2A}" srcId="{F32BDC08-088B-40E7-945B-5B48E09CF813}" destId="{318D34E0-08A0-41E4-8F8F-B5F2DF8CA303}" srcOrd="6" destOrd="0" parTransId="{1BCFC9D8-4A47-46D3-A86E-292A9897629B}" sibTransId="{07A92A9A-61F5-41B4-AF3B-6E56EA420F2E}"/>
    <dgm:cxn modelId="{AE70D64A-D216-496C-A52F-5F3DB3C7F8F4}" type="presOf" srcId="{165865B9-9900-422B-B241-2F540A793272}" destId="{EB372AE8-8C54-4916-A765-23F13818B7DB}" srcOrd="0" destOrd="0" presId="urn:microsoft.com/office/officeart/2005/8/layout/vList5"/>
    <dgm:cxn modelId="{BA9BD458-058A-47F0-BF33-C6F4083CF400}" type="presOf" srcId="{ECE0952B-B28F-4186-A180-A80C6BA09D50}" destId="{BCEB7914-65BB-4F36-8B3D-28F6DD9051DD}" srcOrd="0" destOrd="0" presId="urn:microsoft.com/office/officeart/2005/8/layout/vList5"/>
    <dgm:cxn modelId="{55DD6B82-1BA1-4077-8B3B-F37F8A7C1BC9}" srcId="{399767F7-C244-4061-BF8E-62AEDAD7AEE0}" destId="{165865B9-9900-422B-B241-2F540A793272}" srcOrd="0" destOrd="0" parTransId="{274D1F17-1028-4F20-9959-E854A5D21C05}" sibTransId="{62292A83-2B74-4BDA-A3C3-0A0B78A8722A}"/>
    <dgm:cxn modelId="{696BB892-561B-4251-B2F8-93DC5B533D88}" type="presOf" srcId="{F8F6D78E-77AC-42CE-B492-52296D5CCF39}" destId="{A6304D16-FEB6-42D9-85BC-59C2FD670450}" srcOrd="0" destOrd="0" presId="urn:microsoft.com/office/officeart/2005/8/layout/vList5"/>
    <dgm:cxn modelId="{82F6A496-09C7-41FB-AFF3-3FCC03A4F1BA}" srcId="{318D34E0-08A0-41E4-8F8F-B5F2DF8CA303}" destId="{14850AA3-39E1-4EC6-AF61-86BB22521914}" srcOrd="0" destOrd="0" parTransId="{7074D98A-E885-45C4-A15A-39DB5EC38239}" sibTransId="{E760EDAE-F907-4F17-9FAE-B359FADE5F02}"/>
    <dgm:cxn modelId="{A96A7B9A-7AF4-4AFC-B56F-56CB8A356F81}" srcId="{F32BDC08-088B-40E7-945B-5B48E09CF813}" destId="{894B132B-001D-494E-9AE3-304E3F60210A}" srcOrd="4" destOrd="0" parTransId="{36AF81F6-A8BB-4E31-944E-EBD67EDF0628}" sibTransId="{0E473616-7094-4CFF-955D-C9104BD91080}"/>
    <dgm:cxn modelId="{BB3FEFA5-5544-4DE7-82BA-2317B1E2FC95}" type="presOf" srcId="{B7126B1A-40E7-4C09-9F0F-592A1F7BEC46}" destId="{4EA61168-A378-48C8-8FCA-162F78A76FB2}" srcOrd="0" destOrd="0" presId="urn:microsoft.com/office/officeart/2005/8/layout/vList5"/>
    <dgm:cxn modelId="{C3098DAB-D10F-4112-9E38-2B89584E05D8}" type="presOf" srcId="{65149DE0-35AD-4C05-BEB3-E2C77BB9E22B}" destId="{C1A2C5EF-2F54-455B-B0C8-E1121A98B7BB}" srcOrd="0" destOrd="0" presId="urn:microsoft.com/office/officeart/2005/8/layout/vList5"/>
    <dgm:cxn modelId="{F8BE1AB5-B01D-4C96-AC3F-5217F7389FF2}" srcId="{A786D0B9-DA73-4CA1-B509-151F9F54F30A}" destId="{65149DE0-35AD-4C05-BEB3-E2C77BB9E22B}" srcOrd="0" destOrd="0" parTransId="{8B9D1595-2232-4101-8BE1-74303FE63480}" sibTransId="{E527FC11-B239-4E4D-9017-F24DC2ABD914}"/>
    <dgm:cxn modelId="{45CF5ABB-0AB5-42A9-8A1B-C7BEE19C09A2}" type="presOf" srcId="{A786D0B9-DA73-4CA1-B509-151F9F54F30A}" destId="{29C7423C-61E2-4473-A576-BC712AFEAC99}" srcOrd="0" destOrd="0" presId="urn:microsoft.com/office/officeart/2005/8/layout/vList5"/>
    <dgm:cxn modelId="{2BD0D0BB-89E8-46F7-9B9E-2207173030C3}" srcId="{F8F6D78E-77AC-42CE-B492-52296D5CCF39}" destId="{25A307EB-EF1D-40CB-BF82-0A69B7C963B6}" srcOrd="0" destOrd="0" parTransId="{9FEC66F9-6973-4092-8472-8F8A012FCE70}" sibTransId="{3879E48F-299A-443F-9DD5-136496F7F6EB}"/>
    <dgm:cxn modelId="{319682C1-F7D6-46CC-80AC-9DEEE00588EA}" type="presOf" srcId="{894B132B-001D-494E-9AE3-304E3F60210A}" destId="{1895AF69-C37F-4879-B7EA-E86E6D562DD5}" srcOrd="0" destOrd="0" presId="urn:microsoft.com/office/officeart/2005/8/layout/vList5"/>
    <dgm:cxn modelId="{171AF0C1-60E8-4AB9-99F4-4C6E532613E0}" srcId="{ECE0952B-B28F-4186-A180-A80C6BA09D50}" destId="{B7126B1A-40E7-4C09-9F0F-592A1F7BEC46}" srcOrd="0" destOrd="0" parTransId="{8487A7D7-41B9-402F-A7E7-1BDF1E3790FA}" sibTransId="{750FBA66-F42A-4233-BA30-FFE055B7D24D}"/>
    <dgm:cxn modelId="{1EC8B4C4-DA44-4F5E-B63A-6410DC1BA4E8}" srcId="{F32BDC08-088B-40E7-945B-5B48E09CF813}" destId="{ECE0952B-B28F-4186-A180-A80C6BA09D50}" srcOrd="5" destOrd="0" parTransId="{609FDD2C-7732-4CD0-9BA5-FD16ABABB6D0}" sibTransId="{6CC6DEC6-E302-4E54-AFDD-E9223889073A}"/>
    <dgm:cxn modelId="{79D394CC-7978-443A-8622-A3CEC3A2268D}" type="presOf" srcId="{F32BDC08-088B-40E7-945B-5B48E09CF813}" destId="{B684E253-6967-4E7D-8C77-EB8DB83D183E}" srcOrd="0" destOrd="0" presId="urn:microsoft.com/office/officeart/2005/8/layout/vList5"/>
    <dgm:cxn modelId="{DAFC11D0-DC56-4AFE-8550-2CE5726FE319}" type="presOf" srcId="{17E2E519-2E13-48B7-BC73-A2D56AD1F414}" destId="{7BF95534-2F24-4C91-8FAD-B13B4C18B0A1}" srcOrd="0" destOrd="0" presId="urn:microsoft.com/office/officeart/2005/8/layout/vList5"/>
    <dgm:cxn modelId="{DBB2DAD3-B219-4EA9-84F6-0DE90AB6F854}" srcId="{2EE1D27B-CE04-4B6D-834C-6757231BBD21}" destId="{61C306A3-41D0-4F75-9339-F4C43DDD548C}" srcOrd="0" destOrd="0" parTransId="{5F852DDE-20DE-4834-A2A4-DB4556D4D361}" sibTransId="{16CF4598-E70C-4338-9535-C1EF0A54FB17}"/>
    <dgm:cxn modelId="{1C9A15D4-CBB6-4186-88B2-7BFD8EB42C4C}" srcId="{F32BDC08-088B-40E7-945B-5B48E09CF813}" destId="{399767F7-C244-4061-BF8E-62AEDAD7AEE0}" srcOrd="2" destOrd="0" parTransId="{9FC833DF-0CF0-436E-97C6-D8F195865352}" sibTransId="{E2DAD444-AA40-45CD-AEF4-DCBEFF27C706}"/>
    <dgm:cxn modelId="{6AFF87E2-DFCE-4B16-992A-3257C03389B1}" type="presOf" srcId="{25A307EB-EF1D-40CB-BF82-0A69B7C963B6}" destId="{B98E6F1A-50C0-4EE4-AE49-52A203E6071A}" srcOrd="0" destOrd="0" presId="urn:microsoft.com/office/officeart/2005/8/layout/vList5"/>
    <dgm:cxn modelId="{A46A90F4-836A-41FF-A418-ECFF42B3B5F5}" type="presParOf" srcId="{B684E253-6967-4E7D-8C77-EB8DB83D183E}" destId="{EC87596B-E20D-4E06-941A-E5A2643A878E}" srcOrd="0" destOrd="0" presId="urn:microsoft.com/office/officeart/2005/8/layout/vList5"/>
    <dgm:cxn modelId="{6B1FAB68-B40E-4083-9AB7-057F618225CC}" type="presParOf" srcId="{EC87596B-E20D-4E06-941A-E5A2643A878E}" destId="{A6304D16-FEB6-42D9-85BC-59C2FD670450}" srcOrd="0" destOrd="0" presId="urn:microsoft.com/office/officeart/2005/8/layout/vList5"/>
    <dgm:cxn modelId="{11EB16CA-DA20-4ACF-A2BC-8029F07A818A}" type="presParOf" srcId="{EC87596B-E20D-4E06-941A-E5A2643A878E}" destId="{B98E6F1A-50C0-4EE4-AE49-52A203E6071A}" srcOrd="1" destOrd="0" presId="urn:microsoft.com/office/officeart/2005/8/layout/vList5"/>
    <dgm:cxn modelId="{8A1DD4B8-5326-49EB-BEBA-1AD64B95A1E4}" type="presParOf" srcId="{B684E253-6967-4E7D-8C77-EB8DB83D183E}" destId="{48D24804-E96F-4112-8F56-532CB66D1961}" srcOrd="1" destOrd="0" presId="urn:microsoft.com/office/officeart/2005/8/layout/vList5"/>
    <dgm:cxn modelId="{2A24B906-403D-4D50-8211-DC2ADB3C6843}" type="presParOf" srcId="{B684E253-6967-4E7D-8C77-EB8DB83D183E}" destId="{E29A5BD9-F4A6-4C75-ABC1-B8EED4FA4F26}" srcOrd="2" destOrd="0" presId="urn:microsoft.com/office/officeart/2005/8/layout/vList5"/>
    <dgm:cxn modelId="{87337F2C-BBB6-438B-82FA-D42DD93F61B0}" type="presParOf" srcId="{E29A5BD9-F4A6-4C75-ABC1-B8EED4FA4F26}" destId="{6D14BFA5-11FE-4817-85B5-AED452C69B05}" srcOrd="0" destOrd="0" presId="urn:microsoft.com/office/officeart/2005/8/layout/vList5"/>
    <dgm:cxn modelId="{35914B81-A604-4D20-ABE1-380ABC97C0C1}" type="presParOf" srcId="{E29A5BD9-F4A6-4C75-ABC1-B8EED4FA4F26}" destId="{AFD48461-F00A-4DD1-B129-2CA8173E0A74}" srcOrd="1" destOrd="0" presId="urn:microsoft.com/office/officeart/2005/8/layout/vList5"/>
    <dgm:cxn modelId="{735778DC-C643-4D3F-93C0-A68E5386360B}" type="presParOf" srcId="{B684E253-6967-4E7D-8C77-EB8DB83D183E}" destId="{373A98D4-FE83-4C48-BEC7-55BC694C42B1}" srcOrd="3" destOrd="0" presId="urn:microsoft.com/office/officeart/2005/8/layout/vList5"/>
    <dgm:cxn modelId="{CCDE45FA-453D-49A2-B713-1B8DA975EDE4}" type="presParOf" srcId="{B684E253-6967-4E7D-8C77-EB8DB83D183E}" destId="{EBF26290-052D-4AA6-878E-46C3A50C3E1A}" srcOrd="4" destOrd="0" presId="urn:microsoft.com/office/officeart/2005/8/layout/vList5"/>
    <dgm:cxn modelId="{2D98B511-63CD-4305-B554-661B09B8058B}" type="presParOf" srcId="{EBF26290-052D-4AA6-878E-46C3A50C3E1A}" destId="{9493C0B1-1390-443E-987E-A53B44FE3DFD}" srcOrd="0" destOrd="0" presId="urn:microsoft.com/office/officeart/2005/8/layout/vList5"/>
    <dgm:cxn modelId="{6ABAF87E-27CC-49F0-B61C-26B7BA046563}" type="presParOf" srcId="{EBF26290-052D-4AA6-878E-46C3A50C3E1A}" destId="{EB372AE8-8C54-4916-A765-23F13818B7DB}" srcOrd="1" destOrd="0" presId="urn:microsoft.com/office/officeart/2005/8/layout/vList5"/>
    <dgm:cxn modelId="{0EEEB50B-0AA6-4A36-A5F5-2763CAD0F4DF}" type="presParOf" srcId="{B684E253-6967-4E7D-8C77-EB8DB83D183E}" destId="{5497DCA6-2F83-4B7F-A008-6B6D594DD14F}" srcOrd="5" destOrd="0" presId="urn:microsoft.com/office/officeart/2005/8/layout/vList5"/>
    <dgm:cxn modelId="{0A474395-8773-4EC6-BF82-DEDFB3E96891}" type="presParOf" srcId="{B684E253-6967-4E7D-8C77-EB8DB83D183E}" destId="{F7ED9549-A011-44E1-8A14-99AC03AD1FE3}" srcOrd="6" destOrd="0" presId="urn:microsoft.com/office/officeart/2005/8/layout/vList5"/>
    <dgm:cxn modelId="{18AABABA-774A-4D51-B109-4197F422B820}" type="presParOf" srcId="{F7ED9549-A011-44E1-8A14-99AC03AD1FE3}" destId="{29C7423C-61E2-4473-A576-BC712AFEAC99}" srcOrd="0" destOrd="0" presId="urn:microsoft.com/office/officeart/2005/8/layout/vList5"/>
    <dgm:cxn modelId="{809FE8F4-E64C-4E87-896C-8A86B89DAB92}" type="presParOf" srcId="{F7ED9549-A011-44E1-8A14-99AC03AD1FE3}" destId="{C1A2C5EF-2F54-455B-B0C8-E1121A98B7BB}" srcOrd="1" destOrd="0" presId="urn:microsoft.com/office/officeart/2005/8/layout/vList5"/>
    <dgm:cxn modelId="{F82DCEAD-96CC-418D-A238-DD1213F2B39B}" type="presParOf" srcId="{B684E253-6967-4E7D-8C77-EB8DB83D183E}" destId="{F87668E7-7753-4383-93A5-C9715F14BB54}" srcOrd="7" destOrd="0" presId="urn:microsoft.com/office/officeart/2005/8/layout/vList5"/>
    <dgm:cxn modelId="{6EA9706C-9688-401F-8C96-FC78FDB7E6F3}" type="presParOf" srcId="{B684E253-6967-4E7D-8C77-EB8DB83D183E}" destId="{F538F449-ACE4-480A-83EC-111FA6914218}" srcOrd="8" destOrd="0" presId="urn:microsoft.com/office/officeart/2005/8/layout/vList5"/>
    <dgm:cxn modelId="{60F1166F-5B93-4D79-BCA1-51B43B013CA9}" type="presParOf" srcId="{F538F449-ACE4-480A-83EC-111FA6914218}" destId="{1895AF69-C37F-4879-B7EA-E86E6D562DD5}" srcOrd="0" destOrd="0" presId="urn:microsoft.com/office/officeart/2005/8/layout/vList5"/>
    <dgm:cxn modelId="{E2BABD4E-76B5-45BE-81A0-E98364A7C486}" type="presParOf" srcId="{F538F449-ACE4-480A-83EC-111FA6914218}" destId="{7BF95534-2F24-4C91-8FAD-B13B4C18B0A1}" srcOrd="1" destOrd="0" presId="urn:microsoft.com/office/officeart/2005/8/layout/vList5"/>
    <dgm:cxn modelId="{49758C58-C11A-477C-A4D2-0299775BD6A7}" type="presParOf" srcId="{B684E253-6967-4E7D-8C77-EB8DB83D183E}" destId="{A3ECDE17-B979-4B40-B598-11D4BBAF48D7}" srcOrd="9" destOrd="0" presId="urn:microsoft.com/office/officeart/2005/8/layout/vList5"/>
    <dgm:cxn modelId="{30FA7E3C-22CA-4D2F-9A6C-F85FB2D44F9A}" type="presParOf" srcId="{B684E253-6967-4E7D-8C77-EB8DB83D183E}" destId="{1DA1991A-15D2-4CB0-8CC2-5FBB3E6FA449}" srcOrd="10" destOrd="0" presId="urn:microsoft.com/office/officeart/2005/8/layout/vList5"/>
    <dgm:cxn modelId="{8E0B7973-0FB4-411C-9067-73AA70EE4C17}" type="presParOf" srcId="{1DA1991A-15D2-4CB0-8CC2-5FBB3E6FA449}" destId="{BCEB7914-65BB-4F36-8B3D-28F6DD9051DD}" srcOrd="0" destOrd="0" presId="urn:microsoft.com/office/officeart/2005/8/layout/vList5"/>
    <dgm:cxn modelId="{B965B06C-8E54-4930-8FE9-FD1D624D1366}" type="presParOf" srcId="{1DA1991A-15D2-4CB0-8CC2-5FBB3E6FA449}" destId="{4EA61168-A378-48C8-8FCA-162F78A76FB2}" srcOrd="1" destOrd="0" presId="urn:microsoft.com/office/officeart/2005/8/layout/vList5"/>
    <dgm:cxn modelId="{FE100F64-C22C-4BC9-99D9-68E5D43B898C}" type="presParOf" srcId="{B684E253-6967-4E7D-8C77-EB8DB83D183E}" destId="{5B40FA9D-2D83-4BD0-946D-84362C65A902}" srcOrd="11" destOrd="0" presId="urn:microsoft.com/office/officeart/2005/8/layout/vList5"/>
    <dgm:cxn modelId="{581EE7AE-C176-471B-8740-7FFEF32EF496}" type="presParOf" srcId="{B684E253-6967-4E7D-8C77-EB8DB83D183E}" destId="{9C1E6837-A449-4B6C-B93A-FC252CAE38E2}" srcOrd="12" destOrd="0" presId="urn:microsoft.com/office/officeart/2005/8/layout/vList5"/>
    <dgm:cxn modelId="{CEEC63DF-169D-4CDC-B206-7F1FCB1759F6}" type="presParOf" srcId="{9C1E6837-A449-4B6C-B93A-FC252CAE38E2}" destId="{5F78B64B-2976-418E-8B86-A12DF5A32726}" srcOrd="0" destOrd="0" presId="urn:microsoft.com/office/officeart/2005/8/layout/vList5"/>
    <dgm:cxn modelId="{FD0A08FD-BAB3-46B2-87B0-D00E9FB9AABC}" type="presParOf" srcId="{9C1E6837-A449-4B6C-B93A-FC252CAE38E2}" destId="{2E17C2AC-396D-42C0-831E-3B562F8A480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E6F1A-50C0-4EE4-AE49-52A203E6071A}">
      <dsp:nvSpPr>
        <dsp:cNvPr id="0" name=""/>
        <dsp:cNvSpPr/>
      </dsp:nvSpPr>
      <dsp:spPr>
        <a:xfrm rot="5400000">
          <a:off x="5124567" y="-2225386"/>
          <a:ext cx="476777" cy="504748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Providing real-time visibility</a:t>
          </a:r>
        </a:p>
      </dsp:txBody>
      <dsp:txXfrm rot="-5400000">
        <a:off x="2839212" y="83243"/>
        <a:ext cx="5024214" cy="430229"/>
      </dsp:txXfrm>
    </dsp:sp>
    <dsp:sp modelId="{A6304D16-FEB6-42D9-85BC-59C2FD670450}">
      <dsp:nvSpPr>
        <dsp:cNvPr id="0" name=""/>
        <dsp:cNvSpPr/>
      </dsp:nvSpPr>
      <dsp:spPr>
        <a:xfrm>
          <a:off x="0" y="371"/>
          <a:ext cx="2839212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Providing</a:t>
          </a:r>
        </a:p>
      </dsp:txBody>
      <dsp:txXfrm>
        <a:off x="29093" y="29464"/>
        <a:ext cx="2781026" cy="537785"/>
      </dsp:txXfrm>
    </dsp:sp>
    <dsp:sp modelId="{AFD48461-F00A-4DD1-B129-2CA8173E0A74}">
      <dsp:nvSpPr>
        <dsp:cNvPr id="0" name=""/>
        <dsp:cNvSpPr/>
      </dsp:nvSpPr>
      <dsp:spPr>
        <a:xfrm rot="5400000">
          <a:off x="5124567" y="-1599615"/>
          <a:ext cx="476777" cy="504748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Using AI for traffic &amp; route optimization</a:t>
          </a:r>
        </a:p>
      </dsp:txBody>
      <dsp:txXfrm rot="-5400000">
        <a:off x="2839212" y="709014"/>
        <a:ext cx="5024214" cy="430229"/>
      </dsp:txXfrm>
    </dsp:sp>
    <dsp:sp modelId="{6D14BFA5-11FE-4817-85B5-AED452C69B05}">
      <dsp:nvSpPr>
        <dsp:cNvPr id="0" name=""/>
        <dsp:cNvSpPr/>
      </dsp:nvSpPr>
      <dsp:spPr>
        <a:xfrm>
          <a:off x="0" y="626142"/>
          <a:ext cx="2839212" cy="5959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Using</a:t>
          </a:r>
        </a:p>
      </dsp:txBody>
      <dsp:txXfrm>
        <a:off x="29093" y="655235"/>
        <a:ext cx="2781026" cy="537785"/>
      </dsp:txXfrm>
    </dsp:sp>
    <dsp:sp modelId="{EB372AE8-8C54-4916-A765-23F13818B7DB}">
      <dsp:nvSpPr>
        <dsp:cNvPr id="0" name=""/>
        <dsp:cNvSpPr/>
      </dsp:nvSpPr>
      <dsp:spPr>
        <a:xfrm rot="5400000">
          <a:off x="5124567" y="-973845"/>
          <a:ext cx="476777" cy="504748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Modernizing ticketing with QR</a:t>
          </a:r>
        </a:p>
      </dsp:txBody>
      <dsp:txXfrm rot="-5400000">
        <a:off x="2839212" y="1334784"/>
        <a:ext cx="5024214" cy="430229"/>
      </dsp:txXfrm>
    </dsp:sp>
    <dsp:sp modelId="{9493C0B1-1390-443E-987E-A53B44FE3DFD}">
      <dsp:nvSpPr>
        <dsp:cNvPr id="0" name=""/>
        <dsp:cNvSpPr/>
      </dsp:nvSpPr>
      <dsp:spPr>
        <a:xfrm>
          <a:off x="0" y="1251912"/>
          <a:ext cx="2839212" cy="59597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Modernizing</a:t>
          </a:r>
        </a:p>
      </dsp:txBody>
      <dsp:txXfrm>
        <a:off x="29093" y="1281005"/>
        <a:ext cx="2781026" cy="537785"/>
      </dsp:txXfrm>
    </dsp:sp>
    <dsp:sp modelId="{C1A2C5EF-2F54-455B-B0C8-E1121A98B7BB}">
      <dsp:nvSpPr>
        <dsp:cNvPr id="0" name=""/>
        <dsp:cNvSpPr/>
      </dsp:nvSpPr>
      <dsp:spPr>
        <a:xfrm rot="5400000">
          <a:off x="5124567" y="-348075"/>
          <a:ext cx="476777" cy="504748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Predicting demand to deploy buses efficiently</a:t>
          </a:r>
        </a:p>
      </dsp:txBody>
      <dsp:txXfrm rot="-5400000">
        <a:off x="2839212" y="1960554"/>
        <a:ext cx="5024214" cy="430229"/>
      </dsp:txXfrm>
    </dsp:sp>
    <dsp:sp modelId="{29C7423C-61E2-4473-A576-BC712AFEAC99}">
      <dsp:nvSpPr>
        <dsp:cNvPr id="0" name=""/>
        <dsp:cNvSpPr/>
      </dsp:nvSpPr>
      <dsp:spPr>
        <a:xfrm>
          <a:off x="0" y="1877683"/>
          <a:ext cx="2839212" cy="59597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Predicting</a:t>
          </a:r>
        </a:p>
      </dsp:txBody>
      <dsp:txXfrm>
        <a:off x="29093" y="1906776"/>
        <a:ext cx="2781026" cy="537785"/>
      </dsp:txXfrm>
    </dsp:sp>
    <dsp:sp modelId="{7BF95534-2F24-4C91-8FAD-B13B4C18B0A1}">
      <dsp:nvSpPr>
        <dsp:cNvPr id="0" name=""/>
        <dsp:cNvSpPr/>
      </dsp:nvSpPr>
      <dsp:spPr>
        <a:xfrm rot="5400000">
          <a:off x="5124567" y="277695"/>
          <a:ext cx="476777" cy="5047488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Increasing passenger comfort &amp; safety</a:t>
          </a:r>
        </a:p>
      </dsp:txBody>
      <dsp:txXfrm rot="-5400000">
        <a:off x="2839212" y="2586324"/>
        <a:ext cx="5024214" cy="430229"/>
      </dsp:txXfrm>
    </dsp:sp>
    <dsp:sp modelId="{1895AF69-C37F-4879-B7EA-E86E6D562DD5}">
      <dsp:nvSpPr>
        <dsp:cNvPr id="0" name=""/>
        <dsp:cNvSpPr/>
      </dsp:nvSpPr>
      <dsp:spPr>
        <a:xfrm>
          <a:off x="0" y="2503453"/>
          <a:ext cx="2839212" cy="595971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Increasing</a:t>
          </a:r>
        </a:p>
      </dsp:txBody>
      <dsp:txXfrm>
        <a:off x="29093" y="2532546"/>
        <a:ext cx="2781026" cy="537785"/>
      </dsp:txXfrm>
    </dsp:sp>
    <dsp:sp modelId="{4EA61168-A378-48C8-8FCA-162F78A76FB2}">
      <dsp:nvSpPr>
        <dsp:cNvPr id="0" name=""/>
        <dsp:cNvSpPr/>
      </dsp:nvSpPr>
      <dsp:spPr>
        <a:xfrm rot="5400000">
          <a:off x="5124567" y="903465"/>
          <a:ext cx="476777" cy="504748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Offering smart dashboards for decision-makers</a:t>
          </a:r>
        </a:p>
      </dsp:txBody>
      <dsp:txXfrm rot="-5400000">
        <a:off x="2839212" y="3212094"/>
        <a:ext cx="5024214" cy="430229"/>
      </dsp:txXfrm>
    </dsp:sp>
    <dsp:sp modelId="{BCEB7914-65BB-4F36-8B3D-28F6DD9051DD}">
      <dsp:nvSpPr>
        <dsp:cNvPr id="0" name=""/>
        <dsp:cNvSpPr/>
      </dsp:nvSpPr>
      <dsp:spPr>
        <a:xfrm>
          <a:off x="0" y="3129223"/>
          <a:ext cx="2839212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Offering</a:t>
          </a:r>
        </a:p>
      </dsp:txBody>
      <dsp:txXfrm>
        <a:off x="29093" y="3158316"/>
        <a:ext cx="2781026" cy="537785"/>
      </dsp:txXfrm>
    </dsp:sp>
    <dsp:sp modelId="{2E17C2AC-396D-42C0-831E-3B562F8A4804}">
      <dsp:nvSpPr>
        <dsp:cNvPr id="0" name=""/>
        <dsp:cNvSpPr/>
      </dsp:nvSpPr>
      <dsp:spPr>
        <a:xfrm rot="5400000">
          <a:off x="5124567" y="1529236"/>
          <a:ext cx="476777" cy="504748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Ensuring secure access and fast emergency response</a:t>
          </a:r>
        </a:p>
      </dsp:txBody>
      <dsp:txXfrm rot="-5400000">
        <a:off x="2839212" y="3837865"/>
        <a:ext cx="5024214" cy="430229"/>
      </dsp:txXfrm>
    </dsp:sp>
    <dsp:sp modelId="{5F78B64B-2976-418E-8B86-A12DF5A32726}">
      <dsp:nvSpPr>
        <dsp:cNvPr id="0" name=""/>
        <dsp:cNvSpPr/>
      </dsp:nvSpPr>
      <dsp:spPr>
        <a:xfrm>
          <a:off x="0" y="3754994"/>
          <a:ext cx="2839212" cy="59597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Ensuring</a:t>
          </a:r>
        </a:p>
      </dsp:txBody>
      <dsp:txXfrm>
        <a:off x="29093" y="3784087"/>
        <a:ext cx="2781026" cy="537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3A59D-3E4D-48F2-9056-09529FA0625C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15F03-5486-4159-8870-AC893A193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77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15F03-5486-4159-8870-AC893A193B6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8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7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15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3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8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1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2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1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0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1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2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5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7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98FE0E0-D95D-46EF-A375-475D4DB0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640080"/>
            <a:ext cx="5170931" cy="356616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 err="1"/>
              <a:t>NeuroFleetX</a:t>
            </a:r>
            <a:r>
              <a:rPr lang="en-US" sz="4800" b="1" dirty="0"/>
              <a:t> — AI Powered Urban Bus Traffic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" y="4636008"/>
            <a:ext cx="5170932" cy="1572768"/>
          </a:xfrm>
        </p:spPr>
        <p:txBody>
          <a:bodyPr>
            <a:normAutofit/>
          </a:bodyPr>
          <a:lstStyle/>
          <a:p>
            <a:pPr algn="l"/>
            <a:r>
              <a:rPr lang="en-US" sz="1700" err="1">
                <a:latin typeface="+mj-lt"/>
              </a:rPr>
              <a:t>NeuroFleetX</a:t>
            </a:r>
            <a:r>
              <a:rPr lang="en-US" sz="1700">
                <a:latin typeface="+mj-lt"/>
              </a:rPr>
              <a:t> is an AI-powered urban bus management and traffic intelligence system. It integrates live GPS tracking, route optimization, seat monitoring, predictive analytics, and a full ticketing system using a Java Spring Boot backend, MongoDB database, and React-based dashboards.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2D82A42F-AEBE-4065-9792-036A904D8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734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Interior of empty bus">
            <a:extLst>
              <a:ext uri="{FF2B5EF4-FFF2-40B4-BE49-F238E27FC236}">
                <a16:creationId xmlns:a16="http://schemas.microsoft.com/office/drawing/2014/main" id="{C4F96D80-2F62-879B-A7C0-1CAA403F2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00" r="34519" b="-1"/>
          <a:stretch>
            <a:fillRect/>
          </a:stretch>
        </p:blipFill>
        <p:spPr>
          <a:xfrm>
            <a:off x="6104852" y="10"/>
            <a:ext cx="3039149" cy="6857990"/>
          </a:xfrm>
          <a:custGeom>
            <a:avLst/>
            <a:gdLst/>
            <a:ahLst/>
            <a:cxnLst/>
            <a:rect l="l" t="t" r="r" b="b"/>
            <a:pathLst>
              <a:path w="4052199" h="6858000">
                <a:moveTo>
                  <a:pt x="25603" y="0"/>
                </a:moveTo>
                <a:lnTo>
                  <a:pt x="4052199" y="0"/>
                </a:lnTo>
                <a:lnTo>
                  <a:pt x="4052199" y="6858000"/>
                </a:lnTo>
                <a:lnTo>
                  <a:pt x="28079" y="6858000"/>
                </a:lnTo>
                <a:lnTo>
                  <a:pt x="37459" y="6497135"/>
                </a:lnTo>
                <a:cubicBezTo>
                  <a:pt x="37586" y="6492050"/>
                  <a:pt x="38603" y="6487092"/>
                  <a:pt x="38603" y="6482007"/>
                </a:cubicBezTo>
                <a:cubicBezTo>
                  <a:pt x="47502" y="6367973"/>
                  <a:pt x="52587" y="6253939"/>
                  <a:pt x="18135" y="6142702"/>
                </a:cubicBezTo>
                <a:cubicBezTo>
                  <a:pt x="15084" y="6132214"/>
                  <a:pt x="13495" y="6121344"/>
                  <a:pt x="13432" y="6110411"/>
                </a:cubicBezTo>
                <a:cubicBezTo>
                  <a:pt x="11690" y="6013324"/>
                  <a:pt x="15936" y="5916236"/>
                  <a:pt x="26145" y="5819669"/>
                </a:cubicBezTo>
                <a:cubicBezTo>
                  <a:pt x="31229" y="5760555"/>
                  <a:pt x="26017" y="5700423"/>
                  <a:pt x="42926" y="5641690"/>
                </a:cubicBezTo>
                <a:cubicBezTo>
                  <a:pt x="50337" y="5612565"/>
                  <a:pt x="54595" y="5582728"/>
                  <a:pt x="55638" y="5552700"/>
                </a:cubicBezTo>
                <a:cubicBezTo>
                  <a:pt x="60087" y="5479983"/>
                  <a:pt x="38603" y="5411588"/>
                  <a:pt x="18263" y="5343066"/>
                </a:cubicBezTo>
                <a:cubicBezTo>
                  <a:pt x="7456" y="5306707"/>
                  <a:pt x="-5384" y="5269459"/>
                  <a:pt x="2372" y="5231320"/>
                </a:cubicBezTo>
                <a:cubicBezTo>
                  <a:pt x="16076" y="5173655"/>
                  <a:pt x="23920" y="5114744"/>
                  <a:pt x="25763" y="5055502"/>
                </a:cubicBezTo>
                <a:cubicBezTo>
                  <a:pt x="25635" y="5012660"/>
                  <a:pt x="15338" y="4970962"/>
                  <a:pt x="18898" y="4928374"/>
                </a:cubicBezTo>
                <a:cubicBezTo>
                  <a:pt x="27073" y="4845715"/>
                  <a:pt x="29157" y="4762561"/>
                  <a:pt x="25127" y="4679584"/>
                </a:cubicBezTo>
                <a:cubicBezTo>
                  <a:pt x="25077" y="4646429"/>
                  <a:pt x="28776" y="4613376"/>
                  <a:pt x="36187" y="4581060"/>
                </a:cubicBezTo>
                <a:cubicBezTo>
                  <a:pt x="45493" y="4524043"/>
                  <a:pt x="47464" y="4466060"/>
                  <a:pt x="42036" y="4408547"/>
                </a:cubicBezTo>
                <a:cubicBezTo>
                  <a:pt x="36060" y="4341932"/>
                  <a:pt x="18263" y="4276334"/>
                  <a:pt x="13685" y="4209719"/>
                </a:cubicBezTo>
                <a:cubicBezTo>
                  <a:pt x="6694" y="4099371"/>
                  <a:pt x="16610" y="3989024"/>
                  <a:pt x="26398" y="3879186"/>
                </a:cubicBezTo>
                <a:cubicBezTo>
                  <a:pt x="34026" y="3808731"/>
                  <a:pt x="36060" y="3737781"/>
                  <a:pt x="32501" y="3667009"/>
                </a:cubicBezTo>
                <a:cubicBezTo>
                  <a:pt x="28051" y="3610818"/>
                  <a:pt x="21059" y="3554755"/>
                  <a:pt x="19788" y="3498437"/>
                </a:cubicBezTo>
                <a:cubicBezTo>
                  <a:pt x="17627" y="3398006"/>
                  <a:pt x="18390" y="3297701"/>
                  <a:pt x="24237" y="3197143"/>
                </a:cubicBezTo>
                <a:cubicBezTo>
                  <a:pt x="27162" y="3146928"/>
                  <a:pt x="32119" y="3096966"/>
                  <a:pt x="34026" y="3046242"/>
                </a:cubicBezTo>
                <a:cubicBezTo>
                  <a:pt x="35933" y="2995518"/>
                  <a:pt x="40001" y="2944413"/>
                  <a:pt x="28433" y="2894578"/>
                </a:cubicBezTo>
                <a:cubicBezTo>
                  <a:pt x="8855" y="2810038"/>
                  <a:pt x="23220" y="2725879"/>
                  <a:pt x="27415" y="2641593"/>
                </a:cubicBezTo>
                <a:cubicBezTo>
                  <a:pt x="29958" y="2589217"/>
                  <a:pt x="45214" y="2535568"/>
                  <a:pt x="31738" y="2484717"/>
                </a:cubicBezTo>
                <a:cubicBezTo>
                  <a:pt x="10507" y="2405008"/>
                  <a:pt x="24492" y="2326951"/>
                  <a:pt x="31738" y="2248513"/>
                </a:cubicBezTo>
                <a:cubicBezTo>
                  <a:pt x="40218" y="2174283"/>
                  <a:pt x="38768" y="2099252"/>
                  <a:pt x="27415" y="2025403"/>
                </a:cubicBezTo>
                <a:cubicBezTo>
                  <a:pt x="12986" y="1952165"/>
                  <a:pt x="12986" y="1876803"/>
                  <a:pt x="27415" y="1803565"/>
                </a:cubicBezTo>
                <a:cubicBezTo>
                  <a:pt x="39276" y="1743102"/>
                  <a:pt x="40598" y="1681038"/>
                  <a:pt x="31356" y="1620119"/>
                </a:cubicBezTo>
                <a:cubicBezTo>
                  <a:pt x="25127" y="1576514"/>
                  <a:pt x="13940" y="1533163"/>
                  <a:pt x="12414" y="1489558"/>
                </a:cubicBezTo>
                <a:cubicBezTo>
                  <a:pt x="9262" y="1398420"/>
                  <a:pt x="11118" y="1307167"/>
                  <a:pt x="18008" y="1216233"/>
                </a:cubicBezTo>
                <a:cubicBezTo>
                  <a:pt x="26017" y="1112496"/>
                  <a:pt x="41400" y="1009268"/>
                  <a:pt x="30721" y="904896"/>
                </a:cubicBezTo>
                <a:cubicBezTo>
                  <a:pt x="27162" y="869046"/>
                  <a:pt x="19661" y="833323"/>
                  <a:pt x="18771" y="797346"/>
                </a:cubicBezTo>
                <a:cubicBezTo>
                  <a:pt x="17118" y="730095"/>
                  <a:pt x="16737" y="663607"/>
                  <a:pt x="20169" y="593941"/>
                </a:cubicBezTo>
                <a:cubicBezTo>
                  <a:pt x="23602" y="524274"/>
                  <a:pt x="38348" y="451938"/>
                  <a:pt x="28433" y="383798"/>
                </a:cubicBezTo>
                <a:cubicBezTo>
                  <a:pt x="18516" y="315657"/>
                  <a:pt x="24873" y="248406"/>
                  <a:pt x="31229" y="181410"/>
                </a:cubicBezTo>
                <a:cubicBezTo>
                  <a:pt x="34344" y="149565"/>
                  <a:pt x="36410" y="118069"/>
                  <a:pt x="35854" y="86700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E48B8E6-3B1F-9727-9BB6-4DBB6CFA1C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668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/>
              <a:t>Core Challenges Addressed by NeuroFleetX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B3367EFB-4145-A5AD-304F-1DCF3BD0E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02335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40065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68605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MongoDB Schema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10833"/>
            <a:ext cx="3822700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700" b="1"/>
              <a:t>1. users – user profiles,     roles, login data</a:t>
            </a:r>
          </a:p>
          <a:p>
            <a:endParaRPr lang="en-US" sz="1700" b="1"/>
          </a:p>
          <a:p>
            <a:pPr marL="0"/>
            <a:r>
              <a:rPr lang="en-US" sz="1700"/>
              <a:t> {</a:t>
            </a:r>
          </a:p>
          <a:p>
            <a:pPr marL="0"/>
            <a:r>
              <a:rPr lang="en-US" sz="1700"/>
              <a:t>  "_id": "U001",</a:t>
            </a:r>
          </a:p>
          <a:p>
            <a:pPr marL="0"/>
            <a:r>
              <a:rPr lang="en-US" sz="1700"/>
              <a:t>  "name": "Aarav Sharma",</a:t>
            </a:r>
          </a:p>
          <a:p>
            <a:pPr marL="0"/>
            <a:r>
              <a:rPr lang="en-US" sz="1700"/>
              <a:t>  "email": "aarav@mail.com",</a:t>
            </a:r>
          </a:p>
          <a:p>
            <a:pPr marL="0"/>
            <a:r>
              <a:rPr lang="en-US" sz="1700"/>
              <a:t>  "password": "hashed_pw_123",</a:t>
            </a:r>
          </a:p>
          <a:p>
            <a:pPr marL="0"/>
            <a:r>
              <a:rPr lang="en-US" sz="1700"/>
              <a:t>  "role": "admin",</a:t>
            </a:r>
          </a:p>
          <a:p>
            <a:pPr marL="0"/>
            <a:r>
              <a:rPr lang="en-US" sz="1700"/>
              <a:t>  "phone": "9876501234",</a:t>
            </a:r>
          </a:p>
          <a:p>
            <a:pPr marL="0"/>
            <a:r>
              <a:rPr lang="en-US" sz="1700"/>
              <a:t>  "createdAt": "2025-01-10T09:22:00Z"</a:t>
            </a:r>
          </a:p>
          <a:p>
            <a:pPr marL="0"/>
            <a:r>
              <a:rPr lang="en-US" sz="1700"/>
              <a:t>}</a:t>
            </a:r>
          </a:p>
          <a:p>
            <a:endParaRPr lang="en-US" sz="1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385BB-338F-7BA8-942C-6BA96A4311A3}"/>
              </a:ext>
            </a:extLst>
          </p:cNvPr>
          <p:cNvSpPr txBox="1"/>
          <p:nvPr/>
        </p:nvSpPr>
        <p:spPr>
          <a:xfrm>
            <a:off x="4692649" y="2010833"/>
            <a:ext cx="3822700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2. buses Collection –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{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 "status": "running"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 "_id": "B201",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 "registrationNo": "MP09 CD5678",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 "driverId": "U009",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 "capacity": 50,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 "routeId": "R10",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}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/ ML Model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70A8A-0745-8209-DC74-16F0BF5BDC6D}"/>
              </a:ext>
            </a:extLst>
          </p:cNvPr>
          <p:cNvSpPr txBox="1"/>
          <p:nvPr/>
        </p:nvSpPr>
        <p:spPr>
          <a:xfrm>
            <a:off x="2948754" y="3893960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1. ETA Prediction Model (Estimated Time of Arrival)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Inputs Used:-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Current bus speed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Historical route travel time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Live traffic density (congestion index)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Distance between stops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Weather &amp; time-of-day factors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Model Type:-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Regression Models</a:t>
            </a: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Random Forest Regression / </a:t>
            </a:r>
            <a:r>
              <a:rPr lang="en-US" sz="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XGBoost</a:t>
            </a:r>
            <a:endParaRPr lang="en-US" sz="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Output:-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Highly accurate ETA per stop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Dynamic updates every few seconds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endParaRPr lang="en-US" sz="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9D8FD-2FF3-EDA9-0499-BCC463AF3FCE}"/>
              </a:ext>
            </a:extLst>
          </p:cNvPr>
          <p:cNvSpPr txBox="1"/>
          <p:nvPr/>
        </p:nvSpPr>
        <p:spPr>
          <a:xfrm>
            <a:off x="403124" y="1822348"/>
            <a:ext cx="4419600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AI-Powered Route Optimization</a:t>
            </a:r>
          </a:p>
          <a:p>
            <a:r>
              <a:rPr lang="en-IN" b="1" dirty="0"/>
              <a:t>Inputs:-</a:t>
            </a:r>
          </a:p>
          <a:p>
            <a:r>
              <a:rPr lang="en-IN" dirty="0"/>
              <a:t>Live traffic congestion</a:t>
            </a:r>
          </a:p>
          <a:p>
            <a:r>
              <a:rPr lang="en-IN" dirty="0"/>
              <a:t>Fuel usage estimate</a:t>
            </a:r>
          </a:p>
          <a:p>
            <a:r>
              <a:rPr lang="en-IN" dirty="0"/>
              <a:t>Road blocks &amp; delays</a:t>
            </a:r>
          </a:p>
          <a:p>
            <a:r>
              <a:rPr lang="en-IN" dirty="0"/>
              <a:t>Nearest bus stop</a:t>
            </a:r>
          </a:p>
          <a:p>
            <a:r>
              <a:rPr lang="en-IN" dirty="0"/>
              <a:t>Route distance &amp; stop spacing</a:t>
            </a:r>
          </a:p>
          <a:p>
            <a:r>
              <a:rPr lang="en-IN" b="1" dirty="0"/>
              <a:t>Algorithms Used:-</a:t>
            </a:r>
          </a:p>
          <a:p>
            <a:r>
              <a:rPr lang="en-IN" b="1" dirty="0"/>
              <a:t>Dijkstra</a:t>
            </a:r>
            <a:r>
              <a:rPr lang="en-IN" dirty="0"/>
              <a:t> → shortest distance</a:t>
            </a:r>
          </a:p>
          <a:p>
            <a:r>
              <a:rPr lang="en-IN" b="1" dirty="0"/>
              <a:t>A*</a:t>
            </a:r>
            <a:r>
              <a:rPr lang="en-IN" dirty="0"/>
              <a:t> → fastest route using traffic heuristics</a:t>
            </a:r>
          </a:p>
          <a:p>
            <a:r>
              <a:rPr lang="en-IN" b="1" dirty="0"/>
              <a:t>Output:-</a:t>
            </a:r>
          </a:p>
          <a:p>
            <a:r>
              <a:rPr lang="en-IN" dirty="0"/>
              <a:t>Suggests </a:t>
            </a:r>
            <a:r>
              <a:rPr lang="en-IN" b="1" dirty="0"/>
              <a:t>fastest + least congested</a:t>
            </a:r>
            <a:r>
              <a:rPr lang="en-IN" dirty="0"/>
              <a:t> route</a:t>
            </a:r>
          </a:p>
          <a:p>
            <a:r>
              <a:rPr lang="en-IN" dirty="0"/>
              <a:t>Reduces </a:t>
            </a:r>
            <a:r>
              <a:rPr lang="en-IN" b="1" dirty="0"/>
              <a:t>fuel cost</a:t>
            </a:r>
            <a:r>
              <a:rPr lang="en-IN" dirty="0"/>
              <a:t> and </a:t>
            </a:r>
            <a:r>
              <a:rPr lang="en-IN" b="1" dirty="0"/>
              <a:t>travel time</a:t>
            </a:r>
            <a:endParaRPr lang="en-IN" dirty="0"/>
          </a:p>
          <a:p>
            <a:r>
              <a:rPr lang="en-IN" dirty="0"/>
              <a:t>Avoids </a:t>
            </a:r>
            <a:r>
              <a:rPr lang="en-IN" b="1" dirty="0"/>
              <a:t>traffic jams &amp; blocked roads</a:t>
            </a:r>
            <a:endParaRPr lang="en-IN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429EB-399E-0305-DCF0-C610F37EA6A1}"/>
              </a:ext>
            </a:extLst>
          </p:cNvPr>
          <p:cNvSpPr txBox="1"/>
          <p:nvPr/>
        </p:nvSpPr>
        <p:spPr>
          <a:xfrm>
            <a:off x="5161936" y="1822348"/>
            <a:ext cx="371659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ETA Prediction Model (Estimated Time of Arrival)</a:t>
            </a:r>
          </a:p>
          <a:p>
            <a:r>
              <a:rPr lang="en-US" b="1" dirty="0"/>
              <a:t>Inputs Used:-</a:t>
            </a:r>
          </a:p>
          <a:p>
            <a:r>
              <a:rPr lang="en-US" dirty="0"/>
              <a:t>Current bus speed</a:t>
            </a:r>
          </a:p>
          <a:p>
            <a:r>
              <a:rPr lang="en-US" dirty="0"/>
              <a:t>Historical route travel time</a:t>
            </a:r>
          </a:p>
          <a:p>
            <a:r>
              <a:rPr lang="en-US" dirty="0"/>
              <a:t>Live traffic density (congestion index)</a:t>
            </a:r>
          </a:p>
          <a:p>
            <a:r>
              <a:rPr lang="en-US" dirty="0"/>
              <a:t>Distance between stops</a:t>
            </a:r>
          </a:p>
          <a:p>
            <a:r>
              <a:rPr lang="en-US" dirty="0"/>
              <a:t>Weather &amp; time-of-day factors</a:t>
            </a:r>
          </a:p>
          <a:p>
            <a:r>
              <a:rPr lang="en-US" b="1" dirty="0"/>
              <a:t>Model Type:-</a:t>
            </a:r>
          </a:p>
          <a:p>
            <a:r>
              <a:rPr lang="en-US" b="1" dirty="0"/>
              <a:t>Regression Models</a:t>
            </a:r>
            <a:r>
              <a:rPr lang="en-US" dirty="0"/>
              <a:t>: Random Forest Regression /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b="1" dirty="0"/>
              <a:t>Output:-</a:t>
            </a:r>
          </a:p>
          <a:p>
            <a:r>
              <a:rPr lang="en-US" dirty="0"/>
              <a:t>Highly accurate ETA per stop</a:t>
            </a:r>
          </a:p>
          <a:p>
            <a:r>
              <a:rPr lang="en-US" dirty="0"/>
              <a:t>Dynamic updates every few seconds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807</TotalTime>
  <Words>406</Words>
  <Application>Microsoft Office PowerPoint</Application>
  <PresentationFormat>On-screen Show (4:3)</PresentationFormat>
  <Paragraphs>79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Office 2013 - 2022 Theme</vt:lpstr>
      <vt:lpstr>NeuroFleetX — AI Powered Urban Bus Traffic Intelligence System</vt:lpstr>
      <vt:lpstr>Core Challenges Addressed by NeuroFleetX</vt:lpstr>
      <vt:lpstr>MongoDB Schema Overview</vt:lpstr>
      <vt:lpstr>AI / ML Model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Hansika Gurjar</cp:lastModifiedBy>
  <cp:revision>3</cp:revision>
  <dcterms:created xsi:type="dcterms:W3CDTF">2013-01-27T09:14:16Z</dcterms:created>
  <dcterms:modified xsi:type="dcterms:W3CDTF">2025-12-01T12:36:34Z</dcterms:modified>
  <cp:category/>
</cp:coreProperties>
</file>