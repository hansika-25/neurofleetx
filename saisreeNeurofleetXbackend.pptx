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nva Sans Bold" charset="1" panose="020B0803030501040103"/>
      <p:regular r:id="rId13"/>
    </p:embeddedFont>
    <p:embeddedFont>
      <p:font typeface="Canva Sans" charset="1" panose="020B05030305010401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22371">
            <a:off x="6766968" y="-5647191"/>
            <a:ext cx="11102518" cy="10977615"/>
          </a:xfrm>
          <a:custGeom>
            <a:avLst/>
            <a:gdLst/>
            <a:ahLst/>
            <a:cxnLst/>
            <a:rect r="r" b="b" t="t" l="l"/>
            <a:pathLst>
              <a:path h="10977615" w="11102518">
                <a:moveTo>
                  <a:pt x="0" y="0"/>
                </a:moveTo>
                <a:lnTo>
                  <a:pt x="11102519" y="0"/>
                </a:lnTo>
                <a:lnTo>
                  <a:pt x="11102519" y="10977615"/>
                </a:lnTo>
                <a:lnTo>
                  <a:pt x="0" y="109776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5384350" y="2773216"/>
            <a:ext cx="11102518" cy="10977615"/>
          </a:xfrm>
          <a:custGeom>
            <a:avLst/>
            <a:gdLst/>
            <a:ahLst/>
            <a:cxnLst/>
            <a:rect r="r" b="b" t="t" l="l"/>
            <a:pathLst>
              <a:path h="10977615" w="11102518">
                <a:moveTo>
                  <a:pt x="0" y="0"/>
                </a:moveTo>
                <a:lnTo>
                  <a:pt x="11102518" y="0"/>
                </a:lnTo>
                <a:lnTo>
                  <a:pt x="11102518" y="10977615"/>
                </a:lnTo>
                <a:lnTo>
                  <a:pt x="0" y="109776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534866" y="2232506"/>
            <a:ext cx="15724434" cy="3679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7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NeuroFleetX – Backend System Architecture (Bus Fleet Management)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50751" y="-2824344"/>
            <a:ext cx="7793769" cy="7706089"/>
          </a:xfrm>
          <a:custGeom>
            <a:avLst/>
            <a:gdLst/>
            <a:ahLst/>
            <a:cxnLst/>
            <a:rect r="r" b="b" t="t" l="l"/>
            <a:pathLst>
              <a:path h="7706089" w="7793769">
                <a:moveTo>
                  <a:pt x="0" y="0"/>
                </a:moveTo>
                <a:lnTo>
                  <a:pt x="7793769" y="0"/>
                </a:lnTo>
                <a:lnTo>
                  <a:pt x="7793769" y="7706088"/>
                </a:lnTo>
                <a:lnTo>
                  <a:pt x="0" y="7706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512491" y="1159510"/>
            <a:ext cx="14517391" cy="791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1)NeuroFleetX backend is built using Node.js + Express.js with a modular API design.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2)Architecture follows a microservice-oriented structure integrated with MongoDB.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3)</a:t>
            </a: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Supports real-time tracking, booking, AI analytics, and CRUD operations.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4)</a:t>
            </a: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 layers include: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Authentication &amp; User Services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Bus Management Service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Route &amp; Stop Management Service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Ticketing &amp; Seat Management Service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Live Tracking Service (REST + WebSocket)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Traffic &amp; AI Analytics Service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Admin Control Panel APIs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5)</a:t>
            </a: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Ensures seamless communication with: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Frontend (React)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Microservice (Python FastAPI)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MongoDB database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16987" y="5337502"/>
            <a:ext cx="9379701" cy="9274179"/>
          </a:xfrm>
          <a:custGeom>
            <a:avLst/>
            <a:gdLst/>
            <a:ahLst/>
            <a:cxnLst/>
            <a:rect r="r" b="b" t="t" l="l"/>
            <a:pathLst>
              <a:path h="9274179" w="9379701">
                <a:moveTo>
                  <a:pt x="0" y="0"/>
                </a:moveTo>
                <a:lnTo>
                  <a:pt x="9379700" y="0"/>
                </a:lnTo>
                <a:lnTo>
                  <a:pt x="9379700" y="9274179"/>
                </a:lnTo>
                <a:lnTo>
                  <a:pt x="0" y="9274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839129" y="-3084423"/>
            <a:ext cx="9212958" cy="9109312"/>
          </a:xfrm>
          <a:custGeom>
            <a:avLst/>
            <a:gdLst/>
            <a:ahLst/>
            <a:cxnLst/>
            <a:rect r="r" b="b" t="t" l="l"/>
            <a:pathLst>
              <a:path h="9109312" w="9212958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0" y="-7939"/>
            <a:ext cx="13726420" cy="10294939"/>
          </a:xfrm>
          <a:custGeom>
            <a:avLst/>
            <a:gdLst/>
            <a:ahLst/>
            <a:cxnLst/>
            <a:rect r="r" b="b" t="t" l="l"/>
            <a:pathLst>
              <a:path h="10294939" w="13726420">
                <a:moveTo>
                  <a:pt x="0" y="0"/>
                </a:moveTo>
                <a:lnTo>
                  <a:pt x="13726420" y="0"/>
                </a:lnTo>
                <a:lnTo>
                  <a:pt x="13726420" y="10294939"/>
                </a:lnTo>
                <a:lnTo>
                  <a:pt x="0" y="10294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241" t="-12119" r="0" b="-1211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7807" y="333313"/>
            <a:ext cx="17403761" cy="9784520"/>
          </a:xfrm>
          <a:custGeom>
            <a:avLst/>
            <a:gdLst/>
            <a:ahLst/>
            <a:cxnLst/>
            <a:rect r="r" b="b" t="t" l="l"/>
            <a:pathLst>
              <a:path h="9784520" w="17403761">
                <a:moveTo>
                  <a:pt x="0" y="0"/>
                </a:moveTo>
                <a:lnTo>
                  <a:pt x="17403761" y="0"/>
                </a:lnTo>
                <a:lnTo>
                  <a:pt x="17403761" y="9784520"/>
                </a:lnTo>
                <a:lnTo>
                  <a:pt x="0" y="97845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12739" y="2942844"/>
            <a:ext cx="5364505" cy="5717703"/>
          </a:xfrm>
          <a:custGeom>
            <a:avLst/>
            <a:gdLst/>
            <a:ahLst/>
            <a:cxnLst/>
            <a:rect r="r" b="b" t="t" l="l"/>
            <a:pathLst>
              <a:path h="5717703" w="5364505">
                <a:moveTo>
                  <a:pt x="0" y="0"/>
                </a:moveTo>
                <a:lnTo>
                  <a:pt x="5364505" y="0"/>
                </a:lnTo>
                <a:lnTo>
                  <a:pt x="5364505" y="5717703"/>
                </a:lnTo>
                <a:lnTo>
                  <a:pt x="0" y="5717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61565" b="-49879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755053" y="923925"/>
            <a:ext cx="9547324" cy="100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 API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5053" y="1939167"/>
            <a:ext cx="1638161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NeuroFleetX backend exposes 10 major API categories, each mapped to specific bus operations: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6576" y="2885694"/>
            <a:ext cx="13976648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Auth &amp; User Management </a:t>
            </a: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APIs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  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</a:t>
            </a: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                 Description    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/auth/register              POST                     Register new user (Passenger/Admin/Driver)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/auth/login                    POST                     Login &amp; get JWT token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/auth/logout                POST                     Invalidate token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/users/{id}                    GET                        Get user details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/users/update/{id}     PUT                       Update profile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6576" y="6385654"/>
            <a:ext cx="11785653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Bus Management APIs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                                     Method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</a:t>
            </a: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Description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/ buses                              GET                        Get list of all buses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/ buses/{busId}              GET                        Get bus details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/ buses/add                     POST                     Add a new bus   /buses/update/{busId} PUT                      Update bus info /buses/delete/{busId} DELETE                 Delete bus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126608" y="4703644"/>
            <a:ext cx="9212958" cy="9109312"/>
          </a:xfrm>
          <a:custGeom>
            <a:avLst/>
            <a:gdLst/>
            <a:ahLst/>
            <a:cxnLst/>
            <a:rect r="r" b="b" t="t" l="l"/>
            <a:pathLst>
              <a:path h="9109312" w="9212958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681521" y="-2308503"/>
            <a:ext cx="9212958" cy="9109312"/>
          </a:xfrm>
          <a:custGeom>
            <a:avLst/>
            <a:gdLst/>
            <a:ahLst/>
            <a:cxnLst/>
            <a:rect r="r" b="b" t="t" l="l"/>
            <a:pathLst>
              <a:path h="9109312" w="9212958">
                <a:moveTo>
                  <a:pt x="0" y="0"/>
                </a:moveTo>
                <a:lnTo>
                  <a:pt x="9212958" y="0"/>
                </a:lnTo>
                <a:lnTo>
                  <a:pt x="9212958" y="9109312"/>
                </a:lnTo>
                <a:lnTo>
                  <a:pt x="0" y="9109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25838" y="78939"/>
            <a:ext cx="16216404" cy="44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3. Route &amp; Stop Management APIs</a:t>
            </a: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sz="2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                                                  Method                       </a:t>
            </a: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Description</a:t>
            </a:r>
            <a:r>
              <a:rPr lang="en-US" sz="2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/routes                                           GET                               Get all routes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/routes/{routeId}                        GET                               Get route + stop list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/routes/add                                  POST                             Add new route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/routes/update/{routeId}         PUT                                Update route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/routes/delete/{routeId}          DELETE                         Delete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/routes/{routeId}/stops            GET                                Get stops of a route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/stops/add                                    POST                              Add stop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5838" y="4646494"/>
            <a:ext cx="15908338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Live Tracking APIs (WebSocket + REST)</a:t>
            </a: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</a:t>
            </a:r>
            <a:r>
              <a:rPr lang="en-US" sz="2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                                                     Method </a:t>
            </a: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</a:t>
            </a:r>
            <a:r>
              <a:rPr lang="en-US" sz="2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Description</a:t>
            </a: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</a:t>
            </a: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/tracking/{busId}                           GET                                    Get latest location of bus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</a:t>
            </a: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/tracking/update                           POST                                 Update bus location (from GPS device)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/ws/live-tracking → Sends live location to users.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5838" y="7232849"/>
            <a:ext cx="4771132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Ticket Booking APIs</a:t>
            </a: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6. Seat Availability APIs</a:t>
            </a: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7. Traffic &amp; AI Analytics APIs</a:t>
            </a: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8. Alerts &amp; Emergency APIs</a:t>
            </a: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9. Reports APIs   </a:t>
            </a: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10. Admin APIs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61975">
            <a:off x="-3089596" y="4101416"/>
            <a:ext cx="11226486" cy="11100188"/>
          </a:xfrm>
          <a:custGeom>
            <a:avLst/>
            <a:gdLst/>
            <a:ahLst/>
            <a:cxnLst/>
            <a:rect r="r" b="b" t="t" l="l"/>
            <a:pathLst>
              <a:path h="11100188" w="11226486">
                <a:moveTo>
                  <a:pt x="0" y="0"/>
                </a:moveTo>
                <a:lnTo>
                  <a:pt x="11226485" y="0"/>
                </a:lnTo>
                <a:lnTo>
                  <a:pt x="11226485" y="11100187"/>
                </a:lnTo>
                <a:lnTo>
                  <a:pt x="0" y="111001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4713572">
            <a:off x="11825090" y="-4709160"/>
            <a:ext cx="8306698" cy="8213248"/>
          </a:xfrm>
          <a:custGeom>
            <a:avLst/>
            <a:gdLst/>
            <a:ahLst/>
            <a:cxnLst/>
            <a:rect r="r" b="b" t="t" l="l"/>
            <a:pathLst>
              <a:path h="8213248" w="8306698">
                <a:moveTo>
                  <a:pt x="0" y="0"/>
                </a:moveTo>
                <a:lnTo>
                  <a:pt x="8306698" y="0"/>
                </a:lnTo>
                <a:lnTo>
                  <a:pt x="8306698" y="8213248"/>
                </a:lnTo>
                <a:lnTo>
                  <a:pt x="0" y="8213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422154" y="74183"/>
            <a:ext cx="15212574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MONGODB SCHEMA (Collections + Fields)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30687" y="1189907"/>
            <a:ext cx="8219976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MongoDB?</a:t>
            </a:r>
          </a:p>
          <a:p>
            <a:pPr algn="ctr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Handles large, continuous GPS data</a:t>
            </a:r>
          </a:p>
          <a:p>
            <a:pPr algn="ctr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Flexible schema for buses, trips, and sensors</a:t>
            </a:r>
          </a:p>
          <a:p>
            <a:pPr algn="ctr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Perfect for real-time, high-frequency data</a:t>
            </a:r>
          </a:p>
          <a:p>
            <a:pPr algn="ctr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Easier to scale horizontally</a:t>
            </a:r>
          </a:p>
          <a:p>
            <a:pPr algn="ctr">
              <a:lnSpc>
                <a:spcPts val="39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92504" y="3636010"/>
            <a:ext cx="17595496" cy="8406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users Collection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{  "_id": "U123",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"name": "Hansika",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"email": "hansika@mail.com", "password": "hashed", "role": "admin/passenger/driver", "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phone": "987654", "createdAt": "2025-01-01" }</a:t>
            </a: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buses Collection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{  "_id": "B101", "registrationNo": "MP09 AB 1234", "driverId": "U56", "capacity": 40, "routeId": "R5", "status": "running/maintenance" }</a:t>
            </a: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routes Collection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{ "_id": "R5", "routeName": "City Circle Express", "stops": ["S1", "S2", "S3", "S4"], "totalDistance": 14.6 }</a:t>
            </a: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stops Collection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{  "_id": "S1", "name": "Railway Station", "location": { "lat": 22.73, "lng": 75.85 }, "order": 1, "routeId": "R5"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}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</a:p>
          <a:p>
            <a:pPr algn="ctr">
              <a:lnSpc>
                <a:spcPts val="392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64857" y="4941963"/>
            <a:ext cx="9379701" cy="9274179"/>
          </a:xfrm>
          <a:custGeom>
            <a:avLst/>
            <a:gdLst/>
            <a:ahLst/>
            <a:cxnLst/>
            <a:rect r="r" b="b" t="t" l="l"/>
            <a:pathLst>
              <a:path h="9274179" w="9379701">
                <a:moveTo>
                  <a:pt x="0" y="0"/>
                </a:moveTo>
                <a:lnTo>
                  <a:pt x="9379701" y="0"/>
                </a:lnTo>
                <a:lnTo>
                  <a:pt x="9379701" y="9274178"/>
                </a:lnTo>
                <a:lnTo>
                  <a:pt x="0" y="9274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3860225">
            <a:off x="5812801" y="-3273677"/>
            <a:ext cx="5813961" cy="5748554"/>
          </a:xfrm>
          <a:custGeom>
            <a:avLst/>
            <a:gdLst/>
            <a:ahLst/>
            <a:cxnLst/>
            <a:rect r="r" b="b" t="t" l="l"/>
            <a:pathLst>
              <a:path h="5748554" w="5813961">
                <a:moveTo>
                  <a:pt x="0" y="0"/>
                </a:moveTo>
                <a:lnTo>
                  <a:pt x="5813962" y="0"/>
                </a:lnTo>
                <a:lnTo>
                  <a:pt x="5813962" y="5748555"/>
                </a:lnTo>
                <a:lnTo>
                  <a:pt x="0" y="57485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406793" y="2984884"/>
            <a:ext cx="1205346" cy="1139467"/>
            <a:chOff x="0" y="0"/>
            <a:chExt cx="459054" cy="4339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9054" cy="433964"/>
            </a:xfrm>
            <a:custGeom>
              <a:avLst/>
              <a:gdLst/>
              <a:ahLst/>
              <a:cxnLst/>
              <a:rect r="r" b="b" t="t" l="l"/>
              <a:pathLst>
                <a:path h="433964" w="459054">
                  <a:moveTo>
                    <a:pt x="70653" y="0"/>
                  </a:moveTo>
                  <a:lnTo>
                    <a:pt x="388401" y="0"/>
                  </a:lnTo>
                  <a:cubicBezTo>
                    <a:pt x="407139" y="0"/>
                    <a:pt x="425110" y="7444"/>
                    <a:pt x="438360" y="20694"/>
                  </a:cubicBezTo>
                  <a:cubicBezTo>
                    <a:pt x="451610" y="33944"/>
                    <a:pt x="459054" y="51915"/>
                    <a:pt x="459054" y="70653"/>
                  </a:cubicBezTo>
                  <a:lnTo>
                    <a:pt x="459054" y="363311"/>
                  </a:lnTo>
                  <a:cubicBezTo>
                    <a:pt x="459054" y="402332"/>
                    <a:pt x="427421" y="433964"/>
                    <a:pt x="388401" y="433964"/>
                  </a:cubicBezTo>
                  <a:lnTo>
                    <a:pt x="70653" y="433964"/>
                  </a:lnTo>
                  <a:cubicBezTo>
                    <a:pt x="31632" y="433964"/>
                    <a:pt x="0" y="402332"/>
                    <a:pt x="0" y="363311"/>
                  </a:cubicBezTo>
                  <a:lnTo>
                    <a:pt x="0" y="70653"/>
                  </a:lnTo>
                  <a:cubicBezTo>
                    <a:pt x="0" y="31632"/>
                    <a:pt x="31632" y="0"/>
                    <a:pt x="70653" y="0"/>
                  </a:cubicBezTo>
                  <a:close/>
                </a:path>
              </a:pathLst>
            </a:custGeom>
            <a:solidFill>
              <a:srgbClr val="22211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59054" cy="472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06793" y="4934482"/>
            <a:ext cx="1205346" cy="1139467"/>
            <a:chOff x="0" y="0"/>
            <a:chExt cx="459054" cy="4339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9054" cy="433964"/>
            </a:xfrm>
            <a:custGeom>
              <a:avLst/>
              <a:gdLst/>
              <a:ahLst/>
              <a:cxnLst/>
              <a:rect r="r" b="b" t="t" l="l"/>
              <a:pathLst>
                <a:path h="433964" w="459054">
                  <a:moveTo>
                    <a:pt x="70653" y="0"/>
                  </a:moveTo>
                  <a:lnTo>
                    <a:pt x="388401" y="0"/>
                  </a:lnTo>
                  <a:cubicBezTo>
                    <a:pt x="407139" y="0"/>
                    <a:pt x="425110" y="7444"/>
                    <a:pt x="438360" y="20694"/>
                  </a:cubicBezTo>
                  <a:cubicBezTo>
                    <a:pt x="451610" y="33944"/>
                    <a:pt x="459054" y="51915"/>
                    <a:pt x="459054" y="70653"/>
                  </a:cubicBezTo>
                  <a:lnTo>
                    <a:pt x="459054" y="363311"/>
                  </a:lnTo>
                  <a:cubicBezTo>
                    <a:pt x="459054" y="402332"/>
                    <a:pt x="427421" y="433964"/>
                    <a:pt x="388401" y="433964"/>
                  </a:cubicBezTo>
                  <a:lnTo>
                    <a:pt x="70653" y="433964"/>
                  </a:lnTo>
                  <a:cubicBezTo>
                    <a:pt x="31632" y="433964"/>
                    <a:pt x="0" y="402332"/>
                    <a:pt x="0" y="363311"/>
                  </a:cubicBezTo>
                  <a:lnTo>
                    <a:pt x="0" y="70653"/>
                  </a:lnTo>
                  <a:cubicBezTo>
                    <a:pt x="0" y="31632"/>
                    <a:pt x="31632" y="0"/>
                    <a:pt x="70653" y="0"/>
                  </a:cubicBezTo>
                  <a:close/>
                </a:path>
              </a:pathLst>
            </a:custGeom>
            <a:solidFill>
              <a:srgbClr val="22211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59054" cy="472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06793" y="6884081"/>
            <a:ext cx="1205346" cy="1139467"/>
            <a:chOff x="0" y="0"/>
            <a:chExt cx="459054" cy="4339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9054" cy="433964"/>
            </a:xfrm>
            <a:custGeom>
              <a:avLst/>
              <a:gdLst/>
              <a:ahLst/>
              <a:cxnLst/>
              <a:rect r="r" b="b" t="t" l="l"/>
              <a:pathLst>
                <a:path h="433964" w="459054">
                  <a:moveTo>
                    <a:pt x="70653" y="0"/>
                  </a:moveTo>
                  <a:lnTo>
                    <a:pt x="388401" y="0"/>
                  </a:lnTo>
                  <a:cubicBezTo>
                    <a:pt x="407139" y="0"/>
                    <a:pt x="425110" y="7444"/>
                    <a:pt x="438360" y="20694"/>
                  </a:cubicBezTo>
                  <a:cubicBezTo>
                    <a:pt x="451610" y="33944"/>
                    <a:pt x="459054" y="51915"/>
                    <a:pt x="459054" y="70653"/>
                  </a:cubicBezTo>
                  <a:lnTo>
                    <a:pt x="459054" y="363311"/>
                  </a:lnTo>
                  <a:cubicBezTo>
                    <a:pt x="459054" y="402332"/>
                    <a:pt x="427421" y="433964"/>
                    <a:pt x="388401" y="433964"/>
                  </a:cubicBezTo>
                  <a:lnTo>
                    <a:pt x="70653" y="433964"/>
                  </a:lnTo>
                  <a:cubicBezTo>
                    <a:pt x="31632" y="433964"/>
                    <a:pt x="0" y="402332"/>
                    <a:pt x="0" y="363311"/>
                  </a:cubicBezTo>
                  <a:lnTo>
                    <a:pt x="0" y="70653"/>
                  </a:lnTo>
                  <a:cubicBezTo>
                    <a:pt x="0" y="31632"/>
                    <a:pt x="31632" y="0"/>
                    <a:pt x="70653" y="0"/>
                  </a:cubicBezTo>
                  <a:close/>
                </a:path>
              </a:pathLst>
            </a:custGeom>
            <a:solidFill>
              <a:srgbClr val="22211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59054" cy="472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01709" y="702842"/>
            <a:ext cx="18083489" cy="8406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liveTracking Collection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{  "_id": "T12345", "busId": "B101", "location": { "lat": 22.74, "lng": 75.86 }, "speed": 35, "timestamp": "2025-11-29T12:30:00Z"}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6. tickets Collection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{ "_id": "TK2039", "userId": "U123", "busId": "B101", "seatNo": 12, "fare": 20, "paymentStatus": "Paid", "qrCode": "uniqueToken123", "bookingTime": "2025-10-11" } 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7. seatStatus Collection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{  "_id": "SS101", "busId": "B101", "totalSeats": 40, "occupiedSeats": 28, "availableSeats": 12, "updatedAt": "2025-11-29"} 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8. trafficData Collection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{  "_id": "TD90", "zone": "MG Road", "congestionIndex": 0.78, "timestamp": "2025-11-29T12:35:00Z"}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9. aiPredictions Collection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{ "_id": "AI334", "busId": "B101", "predictedETA": [ { "stopId": "S1", "eta": "10:05" }, { "stopId": "S2", "eta": "10:15" } ], "demandForecast": 62, "routeRecommendation": "Take Route 2 instead of Route 5" }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10. alerts Collection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{  "_id": "AL505", "busId": "B101", "type": "breakdown/accident/emergency", "description": "Engine overheating", "timestamp": "2025-11-29"}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2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22371">
            <a:off x="12266545" y="-2948100"/>
            <a:ext cx="5963286" cy="5896199"/>
          </a:xfrm>
          <a:custGeom>
            <a:avLst/>
            <a:gdLst/>
            <a:ahLst/>
            <a:cxnLst/>
            <a:rect r="r" b="b" t="t" l="l"/>
            <a:pathLst>
              <a:path h="5896199" w="5963286">
                <a:moveTo>
                  <a:pt x="0" y="0"/>
                </a:moveTo>
                <a:lnTo>
                  <a:pt x="5963286" y="0"/>
                </a:lnTo>
                <a:lnTo>
                  <a:pt x="5963286" y="5896200"/>
                </a:lnTo>
                <a:lnTo>
                  <a:pt x="0" y="5896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390873">
            <a:off x="-3042812" y="6272221"/>
            <a:ext cx="7663149" cy="7576939"/>
          </a:xfrm>
          <a:custGeom>
            <a:avLst/>
            <a:gdLst/>
            <a:ahLst/>
            <a:cxnLst/>
            <a:rect r="r" b="b" t="t" l="l"/>
            <a:pathLst>
              <a:path h="7576939" w="7663149">
                <a:moveTo>
                  <a:pt x="0" y="0"/>
                </a:moveTo>
                <a:lnTo>
                  <a:pt x="7663150" y="0"/>
                </a:lnTo>
                <a:lnTo>
                  <a:pt x="7663150" y="7576939"/>
                </a:lnTo>
                <a:lnTo>
                  <a:pt x="0" y="75769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00430" y="2230798"/>
            <a:ext cx="8743570" cy="5825403"/>
          </a:xfrm>
          <a:custGeom>
            <a:avLst/>
            <a:gdLst/>
            <a:ahLst/>
            <a:cxnLst/>
            <a:rect r="r" b="b" t="t" l="l"/>
            <a:pathLst>
              <a:path h="5825403" w="8743570">
                <a:moveTo>
                  <a:pt x="0" y="0"/>
                </a:moveTo>
                <a:lnTo>
                  <a:pt x="8743570" y="0"/>
                </a:lnTo>
                <a:lnTo>
                  <a:pt x="8743570" y="5825404"/>
                </a:lnTo>
                <a:lnTo>
                  <a:pt x="0" y="5825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8776" y="528002"/>
            <a:ext cx="7200305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sz="51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 File Structure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15362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386967" y="2173648"/>
            <a:ext cx="8901033" cy="642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Models represent MongoDB collections exactly from your schema PDFs.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Controllers map directly to each API group in your backend.pdf.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Services contain heavy logic (AI calls, dispatching, telemetry).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Sockets enable live bus tracking (/ws/live-tracking).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Routes folder exposes all REST APIs cleanly organized.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Utils contains reusable helpers (Haversine, JWT, validation).</a:t>
            </a:r>
          </a:p>
          <a:p>
            <a:pPr algn="ctr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DAG6O2EQqNQ</dc:identifier>
  <dcterms:modified xsi:type="dcterms:W3CDTF">2011-08-01T06:04:30Z</dcterms:modified>
  <cp:revision>1</cp:revision>
  <dc:title>Black Modern Professional Business Project Presentation</dc:title>
</cp:coreProperties>
</file>